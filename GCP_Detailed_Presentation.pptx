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Google Cloud Platform (GCP) – Detailed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 | IAM | Kubernetes | Storage | Networking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GCP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Google's public cloud platform</a:t>
            </a:r>
          </a:p>
          <a:p>
            <a:pPr/>
            <a:r>
              <a:t>Global infrastructure</a:t>
            </a:r>
          </a:p>
          <a:p>
            <a:pPr/>
            <a:r>
              <a:t>Core service families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GCP Global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Regions, Zones, Multi-regions</a:t>
            </a:r>
          </a:p>
          <a:p>
            <a:pPr/>
            <a:r>
              <a:t>Google private backbone network</a:t>
            </a:r>
          </a:p>
          <a:p>
            <a:pPr/>
            <a:r>
              <a:t>Subsea cables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Organization node</a:t>
            </a:r>
          </a:p>
          <a:p>
            <a:pPr/>
            <a:r>
              <a:t>Folders for departments</a:t>
            </a:r>
          </a:p>
          <a:p>
            <a:pPr/>
            <a:r>
              <a:t>Projects as isolation boundary</a:t>
            </a:r>
          </a:p>
          <a:p>
            <a:pPr/>
            <a:r>
              <a:t>Resources under projects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Identity &amp; Access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Members &amp; identities</a:t>
            </a:r>
          </a:p>
          <a:p>
            <a:pPr/>
            <a:r>
              <a:t>Roles: primitive, predefined, custom</a:t>
            </a:r>
          </a:p>
          <a:p>
            <a:pPr/>
            <a:r>
              <a:t>Policies &amp; bindings</a:t>
            </a:r>
          </a:p>
          <a:p>
            <a:pPr/>
            <a:r>
              <a:t>Service accounts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IAM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Least privilege</a:t>
            </a:r>
          </a:p>
          <a:p>
            <a:pPr/>
            <a:r>
              <a:t>Avoid primitive roles</a:t>
            </a:r>
          </a:p>
          <a:p>
            <a:pPr/>
            <a:r>
              <a:t>Use groups</a:t>
            </a:r>
          </a:p>
          <a:p>
            <a:pPr/>
            <a:r>
              <a:t>Service account separation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 Engine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VM instances</a:t>
            </a:r>
          </a:p>
          <a:p>
            <a:pPr/>
            <a:r>
              <a:t>Custom machine types</a:t>
            </a:r>
          </a:p>
          <a:p>
            <a:pPr/>
            <a:r>
              <a:t>Spot VMs</a:t>
            </a:r>
          </a:p>
          <a:p>
            <a:pPr/>
            <a:r>
              <a:t>Managed instance groups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 Engine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Startup scripts</a:t>
            </a:r>
          </a:p>
          <a:p>
            <a:pPr/>
            <a:r>
              <a:t>Images &amp; snapshots</a:t>
            </a:r>
          </a:p>
          <a:p>
            <a:pPr/>
            <a:r>
              <a:t>Disks: SSD, balanced, regional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 Engine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Standard environment</a:t>
            </a:r>
          </a:p>
          <a:p>
            <a:pPr/>
            <a:r>
              <a:t>Flexible environment</a:t>
            </a:r>
          </a:p>
          <a:p>
            <a:pPr/>
            <a:r>
              <a:t>Automatic scaling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Run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Serverless containers</a:t>
            </a:r>
          </a:p>
          <a:p>
            <a:pPr/>
            <a:r>
              <a:t>Scale to zero</a:t>
            </a:r>
          </a:p>
          <a:p>
            <a:pPr/>
            <a:r>
              <a:t>Traffic splitting</a:t>
            </a:r>
          </a:p>
          <a:p>
            <a:pPr/>
            <a:r>
              <a:t>Container-based workloads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GKE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Managed Kubernetes</a:t>
            </a:r>
          </a:p>
          <a:p>
            <a:pPr/>
            <a:r>
              <a:t>Control plane managed</a:t>
            </a:r>
          </a:p>
          <a:p>
            <a:pPr/>
            <a:r>
              <a:t>Node pools &amp; autoscaling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Kubernetes 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Pods</a:t>
            </a:r>
          </a:p>
          <a:p>
            <a:pPr/>
            <a:r>
              <a:t>Deployments</a:t>
            </a:r>
          </a:p>
          <a:p>
            <a:pPr/>
            <a:r>
              <a:t>Services</a:t>
            </a:r>
          </a:p>
          <a:p>
            <a:pPr/>
            <a:r>
              <a:t>Ingress controllers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GKE Autopilot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Managed nodes</a:t>
            </a:r>
          </a:p>
          <a:p>
            <a:pPr/>
            <a:r>
              <a:t>Optimized resource usage</a:t>
            </a:r>
          </a:p>
          <a:p>
            <a:pPr/>
            <a:r>
              <a:t>Security defaults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GKE Networking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VPC-native clusters</a:t>
            </a:r>
          </a:p>
          <a:p>
            <a:pPr/>
            <a:r>
              <a:t>Load balancing</a:t>
            </a:r>
          </a:p>
          <a:p>
            <a:pPr/>
            <a:r>
              <a:t>Network policies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Storage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Cloud Storage</a:t>
            </a:r>
          </a:p>
          <a:p>
            <a:pPr/>
            <a:r>
              <a:t>Filestore</a:t>
            </a:r>
          </a:p>
          <a:p>
            <a:pPr/>
            <a:r>
              <a:t>Persistent disks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Storage Tiers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Standard</a:t>
            </a:r>
          </a:p>
          <a:p>
            <a:pPr/>
            <a:r>
              <a:t>Nearline</a:t>
            </a:r>
          </a:p>
          <a:p>
            <a:pPr/>
            <a:r>
              <a:t>Coldline</a:t>
            </a:r>
          </a:p>
          <a:p>
            <a:pPr/>
            <a:r>
              <a:t>Archive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Storage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Versioning</a:t>
            </a:r>
          </a:p>
          <a:p>
            <a:pPr/>
            <a:r>
              <a:t>Lifecycle rules</a:t>
            </a:r>
          </a:p>
          <a:p>
            <a:pPr/>
            <a:r>
              <a:t>Signed URLs</a:t>
            </a:r>
          </a:p>
          <a:p>
            <a:pPr/>
            <a:r>
              <a:t>Encryption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Persistent Disks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Zonal &amp; regional PDs</a:t>
            </a:r>
          </a:p>
          <a:p>
            <a:pPr/>
            <a:r>
              <a:t>Resize online</a:t>
            </a:r>
          </a:p>
          <a:p>
            <a:pPr/>
            <a:r>
              <a:t>Snapshot features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Filestore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NFS storage</a:t>
            </a:r>
          </a:p>
          <a:p>
            <a:pPr/>
            <a:r>
              <a:t>High-performance tier</a:t>
            </a:r>
          </a:p>
          <a:p>
            <a:pPr/>
            <a:r>
              <a:t>Use cases for GKE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VPCs</a:t>
            </a:r>
          </a:p>
          <a:p>
            <a:pPr/>
            <a:r>
              <a:t>Subnets</a:t>
            </a:r>
          </a:p>
          <a:p>
            <a:pPr/>
            <a:r>
              <a:t>Firewalls</a:t>
            </a:r>
          </a:p>
          <a:p>
            <a:pPr/>
            <a:r>
              <a:t>Routes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VPC Peering &amp; Shared VPC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Service isolation</a:t>
            </a:r>
          </a:p>
          <a:p>
            <a:pPr/>
            <a:r>
              <a:t>Centralized control</a:t>
            </a:r>
          </a:p>
          <a:p>
            <a:pPr/>
            <a:r>
              <a:t>Cross-project communication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Balancing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Global HTTP LB</a:t>
            </a:r>
          </a:p>
          <a:p>
            <a:pPr/>
            <a:r>
              <a:t>Internal LB</a:t>
            </a:r>
          </a:p>
          <a:p>
            <a:pPr/>
            <a:r>
              <a:t>SSL Proxy</a:t>
            </a:r>
          </a:p>
          <a:p>
            <a:pPr/>
            <a:r>
              <a:t>Regional TCP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NAT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Outbound internet routing</a:t>
            </a:r>
          </a:p>
          <a:p>
            <a:pPr/>
            <a:r>
              <a:t>No public IP needed</a:t>
            </a:r>
          </a:p>
          <a:p>
            <a:pPr/>
            <a:r>
              <a:t>High availability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 Connectivity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Cloud VPN</a:t>
            </a:r>
          </a:p>
          <a:p>
            <a:pPr/>
            <a:r>
              <a:t>Interconnect</a:t>
            </a:r>
          </a:p>
          <a:p>
            <a:pPr/>
            <a:r>
              <a:t>Partner interconnect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IAM</a:t>
            </a:r>
          </a:p>
          <a:p>
            <a:pPr/>
            <a:r>
              <a:t>VPC Service Controls</a:t>
            </a:r>
          </a:p>
          <a:p>
            <a:pPr/>
            <a:r>
              <a:t>Cloud Armor</a:t>
            </a:r>
          </a:p>
          <a:p>
            <a:pPr/>
            <a:r>
              <a:t>DDoS protection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Encryption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At rest</a:t>
            </a:r>
          </a:p>
          <a:p>
            <a:pPr/>
            <a:r>
              <a:t>In transit</a:t>
            </a:r>
          </a:p>
          <a:p>
            <a:pPr/>
            <a:r>
              <a:t>CMEK</a:t>
            </a:r>
          </a:p>
          <a:p>
            <a:pPr/>
            <a:r>
              <a:t>CSEK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Cloud Logging</a:t>
            </a:r>
          </a:p>
          <a:p>
            <a:pPr/>
            <a:r>
              <a:t>Cloud Monitoring</a:t>
            </a:r>
          </a:p>
          <a:p>
            <a:pPr/>
            <a:r>
              <a:t>Error reporting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Tracing &amp; Profiling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Cloud Trace</a:t>
            </a:r>
          </a:p>
          <a:p>
            <a:pPr/>
            <a:r>
              <a:t>Cloud Profiler</a:t>
            </a:r>
          </a:p>
          <a:p>
            <a:pPr/>
            <a:r>
              <a:t>Latency debugging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Billing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Budgets &amp; alerts</a:t>
            </a:r>
          </a:p>
          <a:p>
            <a:pPr/>
            <a:r>
              <a:t>Cost management</a:t>
            </a:r>
          </a:p>
          <a:p>
            <a:pPr/>
            <a:r>
              <a:t>Committed use discounts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on GCP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Cloud Build</a:t>
            </a:r>
          </a:p>
          <a:p>
            <a:pPr/>
            <a:r>
              <a:t>Artifact Registry</a:t>
            </a:r>
          </a:p>
          <a:p>
            <a:pPr/>
            <a:r>
              <a:t>CI/CD pipelines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Serverless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Cloud Run</a:t>
            </a:r>
          </a:p>
          <a:p>
            <a:pPr/>
            <a:r>
              <a:t>App Engine</a:t>
            </a:r>
          </a:p>
          <a:p>
            <a:pPr/>
            <a:r>
              <a:t>Functions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