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Lst>
  <p:notesMasterIdLst>
    <p:notesMasterId r:id="rId3"/>
  </p:notesMasterIdLst>
  <p:sldIdLst>
    <p:sldId id="2134806342"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72" d="100"/>
          <a:sy n="72" d="100"/>
        </p:scale>
        <p:origin x="36"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C721868-3196-439D-A86B-EE10E1C0D561}" type="datetimeFigureOut">
              <a:rPr lang="en-IN" smtClean="0"/>
              <a:t>12-05-2026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41472A0-3186-4175-B11B-3D66708EB49F}" type="slidenum">
              <a:rPr lang="en-IN" smtClean="0"/>
              <a:t>‹#›</a:t>
            </a:fld>
            <a:endParaRPr lang="en-IN"/>
          </a:p>
        </p:txBody>
      </p:sp>
    </p:spTree>
    <p:extLst>
      <p:ext uri="{BB962C8B-B14F-4D97-AF65-F5344CB8AC3E}">
        <p14:creationId xmlns:p14="http://schemas.microsoft.com/office/powerpoint/2010/main" val="39787084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0696B5C-12A0-4042-B4D0-BD3B9A4F58C6}" type="slidenum">
              <a:rPr kumimoji="0" lang="pt-BR" sz="1000" b="0" i="0" u="none" strike="noStrike" kern="1200" cap="none" spc="0" normalizeH="0" baseline="0" noProof="0" smtClean="0">
                <a:ln>
                  <a:noFill/>
                </a:ln>
                <a:solidFill>
                  <a:prstClr val="black"/>
                </a:solidFill>
                <a:effectLst/>
                <a:uLnTx/>
                <a:uFillTx/>
                <a:latin typeface="Verdana"/>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pt-BR" sz="1000" b="0" i="0" u="none" strike="noStrike" kern="1200" cap="none" spc="0" normalizeH="0" baseline="0" noProof="0">
              <a:ln>
                <a:noFill/>
              </a:ln>
              <a:solidFill>
                <a:prstClr val="black"/>
              </a:solidFill>
              <a:effectLst/>
              <a:uLnTx/>
              <a:uFillTx/>
              <a:latin typeface="Verdana"/>
              <a:ea typeface="+mn-ea"/>
              <a:cs typeface="+mn-cs"/>
            </a:endParaRPr>
          </a:p>
        </p:txBody>
      </p:sp>
    </p:spTree>
    <p:extLst>
      <p:ext uri="{BB962C8B-B14F-4D97-AF65-F5344CB8AC3E}">
        <p14:creationId xmlns:p14="http://schemas.microsoft.com/office/powerpoint/2010/main" val="252446600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2.xml"/><Relationship Id="rId4" Type="http://schemas.openxmlformats.org/officeDocument/2006/relationships/image" Target="../media/image1.emf"/></Relationships>
</file>

<file path=ppt/slideLayouts/_rels/slideLayout4.xml.rels><?xml version="1.0" encoding="UTF-8" standalone="yes"?>
<Relationships xmlns="http://schemas.openxmlformats.org/package/2006/relationships"><Relationship Id="rId8" Type="http://schemas.openxmlformats.org/officeDocument/2006/relationships/hyperlink" Target="http://www.youtube.com/capgeminimedia" TargetMode="External"/><Relationship Id="rId13" Type="http://schemas.openxmlformats.org/officeDocument/2006/relationships/image" Target="../media/image2.png"/><Relationship Id="rId3" Type="http://schemas.openxmlformats.org/officeDocument/2006/relationships/image" Target="../media/image3.png"/><Relationship Id="rId7" Type="http://schemas.openxmlformats.org/officeDocument/2006/relationships/image" Target="../media/image5.png"/><Relationship Id="rId12" Type="http://schemas.openxmlformats.org/officeDocument/2006/relationships/image" Target="../media/image8.png"/><Relationship Id="rId2" Type="http://schemas.openxmlformats.org/officeDocument/2006/relationships/hyperlink" Target="http://www.linkedin.com/company/capgemini" TargetMode="External"/><Relationship Id="rId1" Type="http://schemas.openxmlformats.org/officeDocument/2006/relationships/slideMaster" Target="../slideMasters/slideMaster1.xml"/><Relationship Id="rId6" Type="http://schemas.openxmlformats.org/officeDocument/2006/relationships/hyperlink" Target="http://www.twitter.com/capgemini" TargetMode="External"/><Relationship Id="rId11" Type="http://schemas.openxmlformats.org/officeDocument/2006/relationships/image" Target="../media/image7.png"/><Relationship Id="rId5" Type="http://schemas.openxmlformats.org/officeDocument/2006/relationships/image" Target="../media/image4.png"/><Relationship Id="rId10" Type="http://schemas.openxmlformats.org/officeDocument/2006/relationships/hyperlink" Target="http://www.facebook.com/capgemini" TargetMode="External"/><Relationship Id="rId4" Type="http://schemas.openxmlformats.org/officeDocument/2006/relationships/hyperlink" Target="http://www.slideshare.net/capgemini" TargetMode="External"/><Relationship Id="rId9" Type="http://schemas.openxmlformats.org/officeDocument/2006/relationships/image" Target="../media/image6.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3.xml"/><Relationship Id="rId4" Type="http://schemas.openxmlformats.org/officeDocument/2006/relationships/image" Target="../media/image1.emf"/></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eg"/><Relationship Id="rId1" Type="http://schemas.openxmlformats.org/officeDocument/2006/relationships/slideMaster" Target="../slideMasters/slideMaster1.xml"/><Relationship Id="rId5" Type="http://schemas.openxmlformats.org/officeDocument/2006/relationships/image" Target="../media/image13.png"/><Relationship Id="rId4" Type="http://schemas.openxmlformats.org/officeDocument/2006/relationships/image" Target="../media/image1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slideMaster" Target="../slideMasters/slideMaster1.xml"/><Relationship Id="rId1" Type="http://schemas.openxmlformats.org/officeDocument/2006/relationships/tags" Target="../tags/tag4.xml"/><Relationship Id="rId5" Type="http://schemas.openxmlformats.org/officeDocument/2006/relationships/image" Target="../media/image1.emf"/><Relationship Id="rId4" Type="http://schemas.openxmlformats.org/officeDocument/2006/relationships/oleObject" Target="../embeddings/oleObject4.bin"/></Relationships>
</file>

<file path=ppt/slideLayouts/_rels/slideLayout12.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6.xml"/><Relationship Id="rId1" Type="http://schemas.openxmlformats.org/officeDocument/2006/relationships/tags" Target="../tags/tag5.xml"/><Relationship Id="rId5" Type="http://schemas.openxmlformats.org/officeDocument/2006/relationships/image" Target="../media/image15.emf"/><Relationship Id="rId4" Type="http://schemas.openxmlformats.org/officeDocument/2006/relationships/oleObject" Target="../embeddings/oleObject5.bin"/></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jpeg"/><Relationship Id="rId1" Type="http://schemas.openxmlformats.org/officeDocument/2006/relationships/slideMaster" Target="../slideMasters/slideMaster1.xml"/><Relationship Id="rId5" Type="http://schemas.openxmlformats.org/officeDocument/2006/relationships/image" Target="../media/image13.png"/><Relationship Id="rId4" Type="http://schemas.openxmlformats.org/officeDocument/2006/relationships/image" Target="../media/image18.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Diapositive de titre">
    <p:bg>
      <p:bgPr>
        <a:solidFill>
          <a:schemeClr val="accent4"/>
        </a:solidFill>
        <a:effectLst/>
      </p:bgPr>
    </p:bg>
    <p:spTree>
      <p:nvGrpSpPr>
        <p:cNvPr id="1" name=""/>
        <p:cNvGrpSpPr/>
        <p:nvPr/>
      </p:nvGrpSpPr>
      <p:grpSpPr>
        <a:xfrm>
          <a:off x="0" y="0"/>
          <a:ext cx="0" cy="0"/>
          <a:chOff x="0" y="0"/>
          <a:chExt cx="0" cy="0"/>
        </a:xfrm>
      </p:grpSpPr>
      <p:sp>
        <p:nvSpPr>
          <p:cNvPr id="15" name="Graphic 13">
            <a:extLst>
              <a:ext uri="{FF2B5EF4-FFF2-40B4-BE49-F238E27FC236}">
                <a16:creationId xmlns:a16="http://schemas.microsoft.com/office/drawing/2014/main" id="{5D1B5F70-39A3-4E01-8EEB-A624F6527260}"/>
              </a:ext>
            </a:extLst>
          </p:cNvPr>
          <p:cNvSpPr>
            <a:spLocks noChangeAspect="1"/>
          </p:cNvSpPr>
          <p:nvPr/>
        </p:nvSpPr>
        <p:spPr>
          <a:xfrm>
            <a:off x="263352" y="908720"/>
            <a:ext cx="10199251" cy="6192688"/>
          </a:xfrm>
          <a:custGeom>
            <a:avLst/>
            <a:gdLst>
              <a:gd name="connsiteX0" fmla="*/ 36195 w 8117205"/>
              <a:gd name="connsiteY0" fmla="*/ 4710199 h 4710198"/>
              <a:gd name="connsiteX1" fmla="*/ 0 w 8117205"/>
              <a:gd name="connsiteY1" fmla="*/ 4697817 h 4710198"/>
              <a:gd name="connsiteX2" fmla="*/ 538163 w 8117205"/>
              <a:gd name="connsiteY2" fmla="*/ 3739602 h 4710198"/>
              <a:gd name="connsiteX3" fmla="*/ 1340168 w 8117205"/>
              <a:gd name="connsiteY3" fmla="*/ 2915689 h 4710198"/>
              <a:gd name="connsiteX4" fmla="*/ 2613660 w 8117205"/>
              <a:gd name="connsiteY4" fmla="*/ 2190837 h 4710198"/>
              <a:gd name="connsiteX5" fmla="*/ 2621280 w 8117205"/>
              <a:gd name="connsiteY5" fmla="*/ 2187979 h 4710198"/>
              <a:gd name="connsiteX6" fmla="*/ 2628900 w 8117205"/>
              <a:gd name="connsiteY6" fmla="*/ 2191789 h 4710198"/>
              <a:gd name="connsiteX7" fmla="*/ 4513898 w 8117205"/>
              <a:gd name="connsiteY7" fmla="*/ 2830917 h 4710198"/>
              <a:gd name="connsiteX8" fmla="*/ 5841683 w 8117205"/>
              <a:gd name="connsiteY8" fmla="*/ 2599459 h 4710198"/>
              <a:gd name="connsiteX9" fmla="*/ 6102668 w 8117205"/>
              <a:gd name="connsiteY9" fmla="*/ 1288819 h 4710198"/>
              <a:gd name="connsiteX10" fmla="*/ 6256020 w 8117205"/>
              <a:gd name="connsiteY10" fmla="*/ 204874 h 4710198"/>
              <a:gd name="connsiteX11" fmla="*/ 7391400 w 8117205"/>
              <a:gd name="connsiteY11" fmla="*/ 43901 h 4710198"/>
              <a:gd name="connsiteX12" fmla="*/ 8117205 w 8117205"/>
              <a:gd name="connsiteY12" fmla="*/ 242021 h 4710198"/>
              <a:gd name="connsiteX13" fmla="*/ 8102918 w 8117205"/>
              <a:gd name="connsiteY13" fmla="*/ 277264 h 4710198"/>
              <a:gd name="connsiteX14" fmla="*/ 7384733 w 8117205"/>
              <a:gd name="connsiteY14" fmla="*/ 82001 h 4710198"/>
              <a:gd name="connsiteX15" fmla="*/ 6281738 w 8117205"/>
              <a:gd name="connsiteY15" fmla="*/ 233449 h 4710198"/>
              <a:gd name="connsiteX16" fmla="*/ 6139815 w 8117205"/>
              <a:gd name="connsiteY16" fmla="*/ 1279294 h 4710198"/>
              <a:gd name="connsiteX17" fmla="*/ 6187440 w 8117205"/>
              <a:gd name="connsiteY17" fmla="*/ 2101302 h 4710198"/>
              <a:gd name="connsiteX18" fmla="*/ 5866448 w 8117205"/>
              <a:gd name="connsiteY18" fmla="*/ 2629939 h 4710198"/>
              <a:gd name="connsiteX19" fmla="*/ 4510088 w 8117205"/>
              <a:gd name="connsiteY19" fmla="*/ 2869969 h 4710198"/>
              <a:gd name="connsiteX20" fmla="*/ 2620328 w 8117205"/>
              <a:gd name="connsiteY20" fmla="*/ 2230842 h 4710198"/>
              <a:gd name="connsiteX21" fmla="*/ 568643 w 8117205"/>
              <a:gd name="connsiteY21" fmla="*/ 3763414 h 4710198"/>
              <a:gd name="connsiteX22" fmla="*/ 36195 w 8117205"/>
              <a:gd name="connsiteY22" fmla="*/ 4710199 h 4710198"/>
              <a:gd name="connsiteX0" fmla="*/ 36195 w 8117205"/>
              <a:gd name="connsiteY0" fmla="*/ 4710199 h 4710199"/>
              <a:gd name="connsiteX1" fmla="*/ 0 w 8117205"/>
              <a:gd name="connsiteY1" fmla="*/ 4697817 h 4710199"/>
              <a:gd name="connsiteX2" fmla="*/ 538163 w 8117205"/>
              <a:gd name="connsiteY2" fmla="*/ 3739602 h 4710199"/>
              <a:gd name="connsiteX3" fmla="*/ 1340168 w 8117205"/>
              <a:gd name="connsiteY3" fmla="*/ 2915689 h 4710199"/>
              <a:gd name="connsiteX4" fmla="*/ 2613660 w 8117205"/>
              <a:gd name="connsiteY4" fmla="*/ 2190837 h 4710199"/>
              <a:gd name="connsiteX5" fmla="*/ 2621280 w 8117205"/>
              <a:gd name="connsiteY5" fmla="*/ 2187979 h 4710199"/>
              <a:gd name="connsiteX6" fmla="*/ 2628900 w 8117205"/>
              <a:gd name="connsiteY6" fmla="*/ 2191789 h 4710199"/>
              <a:gd name="connsiteX7" fmla="*/ 4513898 w 8117205"/>
              <a:gd name="connsiteY7" fmla="*/ 2830917 h 4710199"/>
              <a:gd name="connsiteX8" fmla="*/ 5841683 w 8117205"/>
              <a:gd name="connsiteY8" fmla="*/ 2599459 h 4710199"/>
              <a:gd name="connsiteX9" fmla="*/ 6102668 w 8117205"/>
              <a:gd name="connsiteY9" fmla="*/ 1288819 h 4710199"/>
              <a:gd name="connsiteX10" fmla="*/ 6256020 w 8117205"/>
              <a:gd name="connsiteY10" fmla="*/ 204874 h 4710199"/>
              <a:gd name="connsiteX11" fmla="*/ 7391400 w 8117205"/>
              <a:gd name="connsiteY11" fmla="*/ 43901 h 4710199"/>
              <a:gd name="connsiteX12" fmla="*/ 8117205 w 8117205"/>
              <a:gd name="connsiteY12" fmla="*/ 242021 h 4710199"/>
              <a:gd name="connsiteX13" fmla="*/ 7384733 w 8117205"/>
              <a:gd name="connsiteY13" fmla="*/ 82001 h 4710199"/>
              <a:gd name="connsiteX14" fmla="*/ 6281738 w 8117205"/>
              <a:gd name="connsiteY14" fmla="*/ 233449 h 4710199"/>
              <a:gd name="connsiteX15" fmla="*/ 6139815 w 8117205"/>
              <a:gd name="connsiteY15" fmla="*/ 1279294 h 4710199"/>
              <a:gd name="connsiteX16" fmla="*/ 6187440 w 8117205"/>
              <a:gd name="connsiteY16" fmla="*/ 2101302 h 4710199"/>
              <a:gd name="connsiteX17" fmla="*/ 5866448 w 8117205"/>
              <a:gd name="connsiteY17" fmla="*/ 2629939 h 4710199"/>
              <a:gd name="connsiteX18" fmla="*/ 4510088 w 8117205"/>
              <a:gd name="connsiteY18" fmla="*/ 2869969 h 4710199"/>
              <a:gd name="connsiteX19" fmla="*/ 2620328 w 8117205"/>
              <a:gd name="connsiteY19" fmla="*/ 2230842 h 4710199"/>
              <a:gd name="connsiteX20" fmla="*/ 568643 w 8117205"/>
              <a:gd name="connsiteY20" fmla="*/ 3763414 h 4710199"/>
              <a:gd name="connsiteX21" fmla="*/ 36195 w 8117205"/>
              <a:gd name="connsiteY21" fmla="*/ 4710199 h 4710199"/>
              <a:gd name="connsiteX0" fmla="*/ 36195 w 7528033"/>
              <a:gd name="connsiteY0" fmla="*/ 4673434 h 4673434"/>
              <a:gd name="connsiteX1" fmla="*/ 0 w 7528033"/>
              <a:gd name="connsiteY1" fmla="*/ 4661052 h 4673434"/>
              <a:gd name="connsiteX2" fmla="*/ 538163 w 7528033"/>
              <a:gd name="connsiteY2" fmla="*/ 3702837 h 4673434"/>
              <a:gd name="connsiteX3" fmla="*/ 1340168 w 7528033"/>
              <a:gd name="connsiteY3" fmla="*/ 2878924 h 4673434"/>
              <a:gd name="connsiteX4" fmla="*/ 2613660 w 7528033"/>
              <a:gd name="connsiteY4" fmla="*/ 2154072 h 4673434"/>
              <a:gd name="connsiteX5" fmla="*/ 2621280 w 7528033"/>
              <a:gd name="connsiteY5" fmla="*/ 2151214 h 4673434"/>
              <a:gd name="connsiteX6" fmla="*/ 2628900 w 7528033"/>
              <a:gd name="connsiteY6" fmla="*/ 2155024 h 4673434"/>
              <a:gd name="connsiteX7" fmla="*/ 4513898 w 7528033"/>
              <a:gd name="connsiteY7" fmla="*/ 2794152 h 4673434"/>
              <a:gd name="connsiteX8" fmla="*/ 5841683 w 7528033"/>
              <a:gd name="connsiteY8" fmla="*/ 2562694 h 4673434"/>
              <a:gd name="connsiteX9" fmla="*/ 6102668 w 7528033"/>
              <a:gd name="connsiteY9" fmla="*/ 1252054 h 4673434"/>
              <a:gd name="connsiteX10" fmla="*/ 6256020 w 7528033"/>
              <a:gd name="connsiteY10" fmla="*/ 168109 h 4673434"/>
              <a:gd name="connsiteX11" fmla="*/ 7391400 w 7528033"/>
              <a:gd name="connsiteY11" fmla="*/ 7136 h 4673434"/>
              <a:gd name="connsiteX12" fmla="*/ 7384733 w 7528033"/>
              <a:gd name="connsiteY12" fmla="*/ 45236 h 4673434"/>
              <a:gd name="connsiteX13" fmla="*/ 6281738 w 7528033"/>
              <a:gd name="connsiteY13" fmla="*/ 196684 h 4673434"/>
              <a:gd name="connsiteX14" fmla="*/ 6139815 w 7528033"/>
              <a:gd name="connsiteY14" fmla="*/ 1242529 h 4673434"/>
              <a:gd name="connsiteX15" fmla="*/ 6187440 w 7528033"/>
              <a:gd name="connsiteY15" fmla="*/ 2064537 h 4673434"/>
              <a:gd name="connsiteX16" fmla="*/ 5866448 w 7528033"/>
              <a:gd name="connsiteY16" fmla="*/ 2593174 h 4673434"/>
              <a:gd name="connsiteX17" fmla="*/ 4510088 w 7528033"/>
              <a:gd name="connsiteY17" fmla="*/ 2833204 h 4673434"/>
              <a:gd name="connsiteX18" fmla="*/ 2620328 w 7528033"/>
              <a:gd name="connsiteY18" fmla="*/ 2194077 h 4673434"/>
              <a:gd name="connsiteX19" fmla="*/ 568643 w 7528033"/>
              <a:gd name="connsiteY19" fmla="*/ 3726649 h 4673434"/>
              <a:gd name="connsiteX20" fmla="*/ 36195 w 7528033"/>
              <a:gd name="connsiteY20" fmla="*/ 4673434 h 4673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528033" h="4673434">
                <a:moveTo>
                  <a:pt x="36195" y="4673434"/>
                </a:moveTo>
                <a:lnTo>
                  <a:pt x="0" y="4661052"/>
                </a:lnTo>
                <a:cubicBezTo>
                  <a:pt x="953" y="4656289"/>
                  <a:pt x="145733" y="4224807"/>
                  <a:pt x="538163" y="3702837"/>
                </a:cubicBezTo>
                <a:cubicBezTo>
                  <a:pt x="768668" y="3396132"/>
                  <a:pt x="1038225" y="3118954"/>
                  <a:pt x="1340168" y="2878924"/>
                </a:cubicBezTo>
                <a:cubicBezTo>
                  <a:pt x="1717358" y="2577934"/>
                  <a:pt x="2145983" y="2334094"/>
                  <a:pt x="2613660" y="2154072"/>
                </a:cubicBezTo>
                <a:lnTo>
                  <a:pt x="2621280" y="2151214"/>
                </a:lnTo>
                <a:lnTo>
                  <a:pt x="2628900" y="2155024"/>
                </a:lnTo>
                <a:cubicBezTo>
                  <a:pt x="3289935" y="2497924"/>
                  <a:pt x="3941445" y="2718904"/>
                  <a:pt x="4513898" y="2794152"/>
                </a:cubicBezTo>
                <a:cubicBezTo>
                  <a:pt x="5095875" y="2871304"/>
                  <a:pt x="5554980" y="2790341"/>
                  <a:pt x="5841683" y="2562694"/>
                </a:cubicBezTo>
                <a:cubicBezTo>
                  <a:pt x="6168390" y="2302662"/>
                  <a:pt x="6257925" y="1849271"/>
                  <a:pt x="6102668" y="1252054"/>
                </a:cubicBezTo>
                <a:cubicBezTo>
                  <a:pt x="5969318" y="741514"/>
                  <a:pt x="6020753" y="376706"/>
                  <a:pt x="6256020" y="168109"/>
                </a:cubicBezTo>
                <a:cubicBezTo>
                  <a:pt x="6480810" y="-31916"/>
                  <a:pt x="7203281" y="27615"/>
                  <a:pt x="7391400" y="7136"/>
                </a:cubicBezTo>
                <a:cubicBezTo>
                  <a:pt x="7579519" y="-13343"/>
                  <a:pt x="7569677" y="13645"/>
                  <a:pt x="7384733" y="45236"/>
                </a:cubicBezTo>
                <a:cubicBezTo>
                  <a:pt x="7199789" y="76827"/>
                  <a:pt x="6550343" y="-41441"/>
                  <a:pt x="6281738" y="196684"/>
                </a:cubicBezTo>
                <a:cubicBezTo>
                  <a:pt x="6058853" y="394804"/>
                  <a:pt x="6011228" y="747229"/>
                  <a:pt x="6139815" y="1242529"/>
                </a:cubicBezTo>
                <a:cubicBezTo>
                  <a:pt x="6221730" y="1557806"/>
                  <a:pt x="6237923" y="1834031"/>
                  <a:pt x="6187440" y="2064537"/>
                </a:cubicBezTo>
                <a:cubicBezTo>
                  <a:pt x="6138863" y="2283612"/>
                  <a:pt x="6031230" y="2460777"/>
                  <a:pt x="5866448" y="2593174"/>
                </a:cubicBezTo>
                <a:cubicBezTo>
                  <a:pt x="5572125" y="2828441"/>
                  <a:pt x="5102543" y="2911309"/>
                  <a:pt x="4510088" y="2833204"/>
                </a:cubicBezTo>
                <a:cubicBezTo>
                  <a:pt x="3935730" y="2757004"/>
                  <a:pt x="3282315" y="2536024"/>
                  <a:pt x="2620328" y="2194077"/>
                </a:cubicBezTo>
                <a:cubicBezTo>
                  <a:pt x="1574483" y="2598889"/>
                  <a:pt x="927735" y="3251352"/>
                  <a:pt x="568643" y="3726649"/>
                </a:cubicBezTo>
                <a:cubicBezTo>
                  <a:pt x="180023" y="4242904"/>
                  <a:pt x="37148" y="4668672"/>
                  <a:pt x="36195" y="4673434"/>
                </a:cubicBezTo>
                <a:close/>
              </a:path>
            </a:pathLst>
          </a:custGeom>
          <a:gradFill>
            <a:gsLst>
              <a:gs pos="99000">
                <a:schemeClr val="accent2">
                  <a:alpha val="0"/>
                </a:schemeClr>
              </a:gs>
              <a:gs pos="32000">
                <a:srgbClr val="12ABDB">
                  <a:alpha val="17000"/>
                </a:srgbClr>
              </a:gs>
              <a:gs pos="17000">
                <a:schemeClr val="accent2">
                  <a:alpha val="0"/>
                </a:schemeClr>
              </a:gs>
              <a:gs pos="49000">
                <a:srgbClr val="12ABDB"/>
              </a:gs>
              <a:gs pos="70000">
                <a:schemeClr val="accent2"/>
              </a:gs>
            </a:gsLst>
            <a:lin ang="16200000" scaled="0"/>
          </a:gradFill>
          <a:ln w="9525" cap="flat">
            <a:noFill/>
            <a:prstDash val="solid"/>
            <a:miter/>
          </a:ln>
        </p:spPr>
        <p:txBody>
          <a:bodyPr rtlCol="0" anchor="ctr"/>
          <a:lstStyle/>
          <a:p>
            <a:endParaRPr lang="de-DE"/>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242574"/>
            <a:ext cx="11379200" cy="307777"/>
          </a:xfrm>
        </p:spPr>
        <p:txBody>
          <a:bodyPr wrap="square" lIns="36000" tIns="0" rIns="36000">
            <a:sp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339007"/>
            <a:ext cx="11386134" cy="2031325"/>
          </a:xfrm>
        </p:spPr>
        <p:txBody>
          <a:bodyPr wrap="square" lIns="36000" rIns="36000" bIns="0" anchor="b" anchorCtr="0">
            <a:spAutoFit/>
          </a:bodyPr>
          <a:lstStyle>
            <a:lvl1pPr algn="l">
              <a:lnSpc>
                <a:spcPct val="100000"/>
              </a:lnSpc>
              <a:defRPr sz="6600" b="1" baseline="0">
                <a:solidFill>
                  <a:schemeClr val="bg1"/>
                </a:solidFill>
                <a:latin typeface="Ubuntu" panose="020B0504030602030204" pitchFamily="34" charset="0"/>
              </a:defRPr>
            </a:lvl1pPr>
          </a:lstStyle>
          <a:p>
            <a:r>
              <a:rPr lang="en-US"/>
              <a:t>Click to edit Master title style</a:t>
            </a:r>
            <a:endParaRPr lang="en-GB"/>
          </a:p>
        </p:txBody>
      </p:sp>
      <p:pic>
        <p:nvPicPr>
          <p:cNvPr id="11" name="Image 10">
            <a:extLst>
              <a:ext uri="{FF2B5EF4-FFF2-40B4-BE49-F238E27FC236}">
                <a16:creationId xmlns:a16="http://schemas.microsoft.com/office/drawing/2014/main" id="{A8AE6BC1-D482-4FEE-B93D-34AEB21E678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72000" y="187155"/>
            <a:ext cx="5220000" cy="1285708"/>
          </a:xfrm>
          <a:prstGeom prst="rect">
            <a:avLst/>
          </a:prstGeom>
        </p:spPr>
      </p:pic>
    </p:spTree>
    <p:extLst>
      <p:ext uri="{BB962C8B-B14F-4D97-AF65-F5344CB8AC3E}">
        <p14:creationId xmlns:p14="http://schemas.microsoft.com/office/powerpoint/2010/main" val="167776362"/>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Title Slide 2">
    <p:bg>
      <p:bgPr>
        <a:solidFill>
          <a:schemeClr val="accent4"/>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5F0D51B9-A61A-4FDC-9E0F-E2A63E0E942C}"/>
              </a:ext>
            </a:extLst>
          </p:cNvPr>
          <p:cNvSpPr>
            <a:spLocks noGrp="1"/>
          </p:cNvSpPr>
          <p:nvPr>
            <p:ph type="pic" sz="quarter" idx="10" hasCustomPrompt="1"/>
          </p:nvPr>
        </p:nvSpPr>
        <p:spPr>
          <a:xfrm>
            <a:off x="5303838" y="0"/>
            <a:ext cx="6888162" cy="6858000"/>
          </a:xfrm>
          <a:solidFill>
            <a:schemeClr val="bg2">
              <a:lumMod val="90000"/>
            </a:schemeClr>
          </a:solidFill>
        </p:spPr>
        <p:txBody>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93129"/>
            <a:ext cx="11386134" cy="2215991"/>
          </a:xfrm>
        </p:spPr>
        <p:txBody>
          <a:bodyPr wrap="square" lIns="36000" rIns="36000" bIns="0" anchor="b" anchorCtr="0">
            <a:spAutoFit/>
          </a:bodyPr>
          <a:lstStyle>
            <a:lvl1pPr algn="l">
              <a:lnSpc>
                <a:spcPct val="90000"/>
              </a:lnSpc>
              <a:defRPr sz="8000" b="1" baseline="0">
                <a:solidFill>
                  <a:schemeClr val="bg1"/>
                </a:solidFill>
                <a:latin typeface="Ubuntu" panose="020B0504030602030204" pitchFamily="34" charset="0"/>
              </a:defRPr>
            </a:lvl1pPr>
          </a:lstStyle>
          <a:p>
            <a:r>
              <a:rPr lang="en-US"/>
              <a:t>Click to edit Master title style</a:t>
            </a:r>
            <a:endParaRPr lang="en-GB"/>
          </a:p>
        </p:txBody>
      </p:sp>
    </p:spTree>
    <p:extLst>
      <p:ext uri="{BB962C8B-B14F-4D97-AF65-F5344CB8AC3E}">
        <p14:creationId xmlns:p14="http://schemas.microsoft.com/office/powerpoint/2010/main" val="576656260"/>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Only Titl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Title 2">
            <a:extLst>
              <a:ext uri="{FF2B5EF4-FFF2-40B4-BE49-F238E27FC236}">
                <a16:creationId xmlns:a16="http://schemas.microsoft.com/office/drawing/2014/main" id="{57F0C9DF-D1FA-45A1-91F6-147FDC3E7341}"/>
              </a:ext>
            </a:extLst>
          </p:cNvPr>
          <p:cNvSpPr>
            <a:spLocks noGrp="1"/>
          </p:cNvSpPr>
          <p:nvPr>
            <p:ph type="title"/>
          </p:nvPr>
        </p:nvSpPr>
        <p:spPr>
          <a:xfrm>
            <a:off x="404813" y="388188"/>
            <a:ext cx="10237787" cy="716711"/>
          </a:xfrm>
        </p:spPr>
        <p:txBody>
          <a:bodyPr anchor="t"/>
          <a:lstStyle/>
          <a:p>
            <a:r>
              <a:rPr lang="en-US"/>
              <a:t>Click to edit Master title style</a:t>
            </a:r>
            <a:endParaRPr lang="de-DE"/>
          </a:p>
        </p:txBody>
      </p:sp>
    </p:spTree>
    <p:extLst>
      <p:ext uri="{BB962C8B-B14F-4D97-AF65-F5344CB8AC3E}">
        <p14:creationId xmlns:p14="http://schemas.microsoft.com/office/powerpoint/2010/main" val="19186991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Final Slide 1">
    <p:bg>
      <p:bgPr>
        <a:solidFill>
          <a:srgbClr val="272936"/>
        </a:solidFill>
        <a:effectLst/>
      </p:bgPr>
    </p:bg>
    <p:spTree>
      <p:nvGrpSpPr>
        <p:cNvPr id="1" name=""/>
        <p:cNvGrpSpPr/>
        <p:nvPr/>
      </p:nvGrpSpPr>
      <p:grpSpPr>
        <a:xfrm>
          <a:off x="0" y="0"/>
          <a:ext cx="0" cy="0"/>
          <a:chOff x="0" y="0"/>
          <a:chExt cx="0" cy="0"/>
        </a:xfrm>
      </p:grpSpPr>
      <p:pic>
        <p:nvPicPr>
          <p:cNvPr id="17" name="Picture 2" descr="D:\My Work\Template\Icons\Social Media\LinkedIN.png">
            <a:hlinkClick r:id="rId2"/>
          </p:cNvPr>
          <p:cNvPicPr>
            <a:picLocks noChangeAspect="1" noChangeArrowheads="1"/>
          </p:cNvPicPr>
          <p:nvPr/>
        </p:nvPicPr>
        <p:blipFill>
          <a:blip r:embed="rId3" cstate="print"/>
          <a:srcRect/>
          <a:stretch>
            <a:fillRect/>
          </a:stretch>
        </p:blipFill>
        <p:spPr bwMode="auto">
          <a:xfrm>
            <a:off x="810097" y="4968013"/>
            <a:ext cx="333195" cy="333195"/>
          </a:xfrm>
          <a:prstGeom prst="rect">
            <a:avLst/>
          </a:prstGeom>
          <a:noFill/>
        </p:spPr>
      </p:pic>
      <p:pic>
        <p:nvPicPr>
          <p:cNvPr id="18" name="Picture 4" descr="D:\My Work\Template\Icons\Social Media\SlideShare.png">
            <a:hlinkClick r:id="rId4"/>
          </p:cNvPr>
          <p:cNvPicPr>
            <a:picLocks noChangeAspect="1" noChangeArrowheads="1"/>
          </p:cNvPicPr>
          <p:nvPr/>
        </p:nvPicPr>
        <p:blipFill>
          <a:blip r:embed="rId5" cstate="print"/>
          <a:srcRect/>
          <a:stretch>
            <a:fillRect/>
          </a:stretch>
        </p:blipFill>
        <p:spPr bwMode="auto">
          <a:xfrm>
            <a:off x="1193474" y="4968013"/>
            <a:ext cx="333195" cy="333195"/>
          </a:xfrm>
          <a:prstGeom prst="rect">
            <a:avLst/>
          </a:prstGeom>
          <a:noFill/>
        </p:spPr>
      </p:pic>
      <p:pic>
        <p:nvPicPr>
          <p:cNvPr id="19" name="Picture 5" descr="D:\My Work\Template\Icons\Social Media\Twitter.png">
            <a:hlinkClick r:id="rId6"/>
          </p:cNvPr>
          <p:cNvPicPr>
            <a:picLocks noChangeAspect="1" noChangeArrowheads="1"/>
          </p:cNvPicPr>
          <p:nvPr/>
        </p:nvPicPr>
        <p:blipFill>
          <a:blip r:embed="rId7" cstate="print"/>
          <a:srcRect/>
          <a:stretch>
            <a:fillRect/>
          </a:stretch>
        </p:blipFill>
        <p:spPr bwMode="auto">
          <a:xfrm>
            <a:off x="1576851" y="4968013"/>
            <a:ext cx="333195" cy="333195"/>
          </a:xfrm>
          <a:prstGeom prst="rect">
            <a:avLst/>
          </a:prstGeom>
          <a:noFill/>
        </p:spPr>
      </p:pic>
      <p:pic>
        <p:nvPicPr>
          <p:cNvPr id="20" name="Picture 6" descr="D:\My Work\Template\Icons\Social Media\YouTube.png">
            <a:hlinkClick r:id="rId8"/>
          </p:cNvPr>
          <p:cNvPicPr>
            <a:picLocks noChangeAspect="1" noChangeArrowheads="1"/>
          </p:cNvPicPr>
          <p:nvPr/>
        </p:nvPicPr>
        <p:blipFill>
          <a:blip r:embed="rId9" cstate="print"/>
          <a:srcRect/>
          <a:stretch>
            <a:fillRect/>
          </a:stretch>
        </p:blipFill>
        <p:spPr bwMode="auto">
          <a:xfrm>
            <a:off x="1960227" y="4968013"/>
            <a:ext cx="333195" cy="333195"/>
          </a:xfrm>
          <a:prstGeom prst="rect">
            <a:avLst/>
          </a:prstGeom>
          <a:noFill/>
        </p:spPr>
      </p:pic>
      <p:pic>
        <p:nvPicPr>
          <p:cNvPr id="21" name="Picture 7" descr="D:\My Work\Template\Icons\Social Media\Facebook.png">
            <a:hlinkClick r:id="rId10"/>
          </p:cNvPr>
          <p:cNvPicPr>
            <a:picLocks noChangeAspect="1" noChangeArrowheads="1"/>
          </p:cNvPicPr>
          <p:nvPr/>
        </p:nvPicPr>
        <p:blipFill>
          <a:blip r:embed="rId11" cstate="print"/>
          <a:srcRect/>
          <a:stretch>
            <a:fillRect/>
          </a:stretch>
        </p:blipFill>
        <p:spPr bwMode="auto">
          <a:xfrm>
            <a:off x="426720" y="4968013"/>
            <a:ext cx="333195" cy="333195"/>
          </a:xfrm>
          <a:prstGeom prst="rect">
            <a:avLst/>
          </a:prstGeom>
          <a:noFill/>
        </p:spPr>
      </p:pic>
      <p:sp>
        <p:nvSpPr>
          <p:cNvPr id="23" name="Rectangle 22"/>
          <p:cNvSpPr/>
          <p:nvPr/>
        </p:nvSpPr>
        <p:spPr>
          <a:xfrm>
            <a:off x="426720" y="5810190"/>
            <a:ext cx="3293016" cy="400110"/>
          </a:xfrm>
          <a:prstGeom prst="rect">
            <a:avLst/>
          </a:prstGeom>
        </p:spPr>
        <p:txBody>
          <a:bodyPr wrap="square" lIns="0" tIns="0" rIns="0" bIns="0" anchor="b" anchorCtr="0">
            <a:spAutoFit/>
          </a:bodyPr>
          <a:lstStyle/>
          <a:p>
            <a:pPr>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a:spcAft>
                <a:spcPts val="600"/>
              </a:spcAft>
            </a:pPr>
            <a:r>
              <a:rPr lang="en-US" sz="700" noProof="0">
                <a:solidFill>
                  <a:schemeClr val="bg1"/>
                </a:solidFill>
                <a:latin typeface="Ubuntu" panose="020B0504030602030204" pitchFamily="34" charset="0"/>
                <a:cs typeface="Arial"/>
              </a:rPr>
              <a:t>Copyright © 2021 Capgemini. All rights reserved.</a:t>
            </a:r>
          </a:p>
        </p:txBody>
      </p:sp>
      <p:pic>
        <p:nvPicPr>
          <p:cNvPr id="28" name="Image 27">
            <a:extLst>
              <a:ext uri="{FF2B5EF4-FFF2-40B4-BE49-F238E27FC236}">
                <a16:creationId xmlns:a16="http://schemas.microsoft.com/office/drawing/2014/main" id="{CFD4BD67-7A96-4F02-AD8B-7157189FD651}"/>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rot="1808368" flipV="1">
            <a:off x="3661091" y="-1184328"/>
            <a:ext cx="10604299" cy="7497656"/>
          </a:xfrm>
          <a:prstGeom prst="rect">
            <a:avLst/>
          </a:prstGeom>
        </p:spPr>
      </p:pic>
      <p:sp>
        <p:nvSpPr>
          <p:cNvPr id="14" name="Rectangle 13"/>
          <p:cNvSpPr/>
          <p:nvPr/>
        </p:nvSpPr>
        <p:spPr>
          <a:xfrm>
            <a:off x="6189663" y="2940700"/>
            <a:ext cx="5018905" cy="22879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just"/>
            <a:r>
              <a:rPr lang="en-GB" sz="900" kern="1200">
                <a:solidFill>
                  <a:schemeClr val="lt1"/>
                </a:solidFill>
                <a:effectLst/>
                <a:latin typeface="+mn-lt"/>
                <a:ea typeface="+mn-ea"/>
                <a:cs typeface="+mn-cs"/>
              </a:rPr>
              <a:t>Capgemini Engineering combines, under one brand, a unique set of strengths from across the Capgemini Group: the world leading engineering and R&amp;D services of Altran – acquired by Capgemini in 2020 - and Capgemini’s digital manufacturing expertise. With broad industry knowledge and cutting-edge technologies in digital and software, Capgemini Engineering supports the convergence of the physical and digital worlds. Combined with the capabilities of the rest of the Group, it helps clients to accelerate their journey towards Intelligent Industry. Capgemini Engineering has more than 52,000 engineer and scientist team members in over 30 countries across sectors including aeronautics, automotive, railways, communications, energy, life sciences, semiconductors, software &amp; internet, space &amp; defence, and consumer products.</a:t>
            </a:r>
            <a:endParaRPr lang="en-US" sz="900" kern="1200">
              <a:solidFill>
                <a:schemeClr val="lt1"/>
              </a:solidFill>
              <a:effectLst/>
              <a:latin typeface="+mn-lt"/>
              <a:ea typeface="+mn-ea"/>
              <a:cs typeface="+mn-cs"/>
            </a:endParaRPr>
          </a:p>
          <a:p>
            <a:pPr algn="just"/>
            <a:r>
              <a:rPr lang="en-GB" sz="900" i="1" kern="1200">
                <a:solidFill>
                  <a:schemeClr val="lt1"/>
                </a:solidFill>
                <a:effectLst/>
                <a:latin typeface="+mn-lt"/>
                <a:ea typeface="+mn-ea"/>
                <a:cs typeface="+mn-cs"/>
              </a:rPr>
              <a:t> </a:t>
            </a:r>
            <a:endParaRPr lang="en-US" sz="900" kern="1200">
              <a:solidFill>
                <a:schemeClr val="lt1"/>
              </a:solidFill>
              <a:effectLst/>
              <a:latin typeface="+mn-lt"/>
              <a:ea typeface="+mn-ea"/>
              <a:cs typeface="+mn-cs"/>
            </a:endParaRPr>
          </a:p>
          <a:p>
            <a:pPr algn="just"/>
            <a:r>
              <a:rPr lang="en-GB" sz="900" kern="1200">
                <a:solidFill>
                  <a:schemeClr val="lt1"/>
                </a:solidFill>
                <a:effectLst/>
                <a:latin typeface="+mn-lt"/>
                <a:ea typeface="+mn-ea"/>
                <a:cs typeface="+mn-cs"/>
              </a:rPr>
              <a:t>Capgemini Engineering is an integral part of the Capgemini Group, a global leader in partnering with NOKIA to transform and manage their business by harnessing the power of technology. The Group is guided every day by its purpose of unleashing human energy through technology for an inclusive and sustainable future. It is a responsible and diverse organization of 270,000 team members in nearly 50 countries. With its strong 50-year heritage and deep industry expertise, Capgemini is trusted by its clients to address the entire breadth of their business needs, from strategy and design to operations, </a:t>
            </a:r>
            <a:r>
              <a:rPr lang="en-GB" sz="900" kern="1200" err="1">
                <a:solidFill>
                  <a:schemeClr val="lt1"/>
                </a:solidFill>
                <a:effectLst/>
                <a:latin typeface="+mn-lt"/>
                <a:ea typeface="+mn-ea"/>
                <a:cs typeface="+mn-cs"/>
              </a:rPr>
              <a:t>fueled</a:t>
            </a:r>
            <a:r>
              <a:rPr lang="en-GB" sz="900" kern="1200">
                <a:solidFill>
                  <a:schemeClr val="lt1"/>
                </a:solidFill>
                <a:effectLst/>
                <a:latin typeface="+mn-lt"/>
                <a:ea typeface="+mn-ea"/>
                <a:cs typeface="+mn-cs"/>
              </a:rPr>
              <a:t> by the fast evolving and innovative world of cloud, data, AI, connectivity, software, digital engineering and platforms. The Group reported in 2020 global revenues of €16 billion.</a:t>
            </a:r>
            <a:endParaRPr lang="en-US" sz="900" kern="1200">
              <a:solidFill>
                <a:schemeClr val="lt1"/>
              </a:solidFill>
              <a:effectLst/>
              <a:latin typeface="+mn-lt"/>
              <a:ea typeface="+mn-ea"/>
              <a:cs typeface="+mn-cs"/>
            </a:endParaRPr>
          </a:p>
        </p:txBody>
      </p:sp>
      <p:sp>
        <p:nvSpPr>
          <p:cNvPr id="15" name="Rectangle 14"/>
          <p:cNvSpPr/>
          <p:nvPr/>
        </p:nvSpPr>
        <p:spPr>
          <a:xfrm>
            <a:off x="6189662" y="2561436"/>
            <a:ext cx="3434729" cy="22865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bg1"/>
                </a:solidFill>
                <a:latin typeface="Ubuntu" panose="020B0504030602030204" pitchFamily="34" charset="0"/>
              </a:rPr>
              <a:t>About Capgemini Engineering</a:t>
            </a:r>
          </a:p>
        </p:txBody>
      </p:sp>
      <p:sp>
        <p:nvSpPr>
          <p:cNvPr id="16" name="Rectangle 15"/>
          <p:cNvSpPr/>
          <p:nvPr/>
        </p:nvSpPr>
        <p:spPr>
          <a:xfrm>
            <a:off x="6189663" y="5789250"/>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www.capgemini.com/capgemini-engineering</a:t>
            </a:r>
          </a:p>
        </p:txBody>
      </p:sp>
      <p:pic>
        <p:nvPicPr>
          <p:cNvPr id="22" name="Image 21">
            <a:extLst>
              <a:ext uri="{FF2B5EF4-FFF2-40B4-BE49-F238E27FC236}">
                <a16:creationId xmlns:a16="http://schemas.microsoft.com/office/drawing/2014/main" id="{E9CD4BEE-AC1B-4828-9AD6-0878E178A2BD}"/>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0" y="616265"/>
            <a:ext cx="5040000" cy="1241373"/>
          </a:xfrm>
          <a:prstGeom prst="rect">
            <a:avLst/>
          </a:prstGeom>
        </p:spPr>
      </p:pic>
    </p:spTree>
    <p:extLst>
      <p:ext uri="{BB962C8B-B14F-4D97-AF65-F5344CB8AC3E}">
        <p14:creationId xmlns:p14="http://schemas.microsoft.com/office/powerpoint/2010/main" val="420826801"/>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cSld name="3_Only Title with breadcrumb">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7F0C9DF-D1FA-45A1-91F6-147FDC3E7341}"/>
              </a:ext>
            </a:extLst>
          </p:cNvPr>
          <p:cNvSpPr>
            <a:spLocks noGrp="1"/>
          </p:cNvSpPr>
          <p:nvPr>
            <p:ph type="title"/>
          </p:nvPr>
        </p:nvSpPr>
        <p:spPr>
          <a:xfrm>
            <a:off x="404813" y="388188"/>
            <a:ext cx="9330858" cy="716711"/>
          </a:xfrm>
        </p:spPr>
        <p:txBody>
          <a:bodyPr/>
          <a:lstStyle>
            <a:lvl1pPr>
              <a:defRPr/>
            </a:lvl1pPr>
          </a:lstStyle>
          <a:p>
            <a:r>
              <a:rPr lang="en-US"/>
              <a:t>Click to edit Master title style</a:t>
            </a:r>
            <a:endParaRPr lang="de-DE"/>
          </a:p>
        </p:txBody>
      </p:sp>
      <p:sp>
        <p:nvSpPr>
          <p:cNvPr id="10" name="Text Placeholder 9">
            <a:extLst>
              <a:ext uri="{FF2B5EF4-FFF2-40B4-BE49-F238E27FC236}">
                <a16:creationId xmlns:a16="http://schemas.microsoft.com/office/drawing/2014/main" id="{73552CDD-69A5-4077-898E-6C7EE261EA3B}"/>
              </a:ext>
            </a:extLst>
          </p:cNvPr>
          <p:cNvSpPr>
            <a:spLocks noGrp="1"/>
          </p:cNvSpPr>
          <p:nvPr>
            <p:ph type="body" sz="quarter" idx="11" hasCustomPrompt="1"/>
          </p:nvPr>
        </p:nvSpPr>
        <p:spPr>
          <a:xfrm flipH="1">
            <a:off x="404812" y="214532"/>
            <a:ext cx="6834187" cy="335712"/>
          </a:xfrm>
        </p:spPr>
        <p:txBody>
          <a:bodyPr>
            <a:normAutofit/>
          </a:bodyPr>
          <a:lstStyle>
            <a:lvl1pPr>
              <a:defRPr sz="1000" b="0" cap="all" baseline="0">
                <a:solidFill>
                  <a:schemeClr val="accent4"/>
                </a:solidFill>
                <a:latin typeface="+mj-lt"/>
              </a:defRPr>
            </a:lvl1pPr>
            <a:lvl2pPr marL="0" indent="0">
              <a:buNone/>
              <a:defRPr/>
            </a:lvl2pPr>
          </a:lstStyle>
          <a:p>
            <a:pPr lvl="0"/>
            <a:r>
              <a:rPr lang="en-US"/>
              <a:t>CLICK TO EDIT MASTER TEXT STYLES</a:t>
            </a:r>
          </a:p>
        </p:txBody>
      </p:sp>
    </p:spTree>
    <p:extLst>
      <p:ext uri="{BB962C8B-B14F-4D97-AF65-F5344CB8AC3E}">
        <p14:creationId xmlns:p14="http://schemas.microsoft.com/office/powerpoint/2010/main" val="9902014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cSld name="Title Slide 3 Full Picture">
    <p:bg>
      <p:bgPr>
        <a:solidFill>
          <a:schemeClr val="accent4"/>
        </a:solidFill>
        <a:effectLst/>
      </p:bgPr>
    </p:bg>
    <p:spTree>
      <p:nvGrpSpPr>
        <p:cNvPr id="1" name=""/>
        <p:cNvGrpSpPr/>
        <p:nvPr/>
      </p:nvGrpSpPr>
      <p:grpSpPr>
        <a:xfrm>
          <a:off x="0" y="0"/>
          <a:ext cx="0" cy="0"/>
          <a:chOff x="0" y="0"/>
          <a:chExt cx="0" cy="0"/>
        </a:xfrm>
      </p:grpSpPr>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847127"/>
            <a:ext cx="11386134" cy="1661993"/>
          </a:xfrm>
        </p:spPr>
        <p:txBody>
          <a:bodyPr wrap="square" lIns="36000" rIns="36000" bIns="0" anchor="b" anchorCtr="0">
            <a:spAutoFit/>
          </a:bodyPr>
          <a:lstStyle>
            <a:lvl1pPr algn="l">
              <a:lnSpc>
                <a:spcPct val="90000"/>
              </a:lnSpc>
              <a:defRPr sz="6000" b="1" baseline="0">
                <a:solidFill>
                  <a:schemeClr val="bg1"/>
                </a:solidFill>
                <a:latin typeface="Ubuntu" panose="020B0504030602030204" pitchFamily="34" charset="0"/>
              </a:defRPr>
            </a:lvl1pPr>
          </a:lstStyle>
          <a:p>
            <a:r>
              <a:rPr lang="en-US"/>
              <a:t>Click to edit Master title style</a:t>
            </a:r>
            <a:endParaRPr lang="en-GB"/>
          </a:p>
        </p:txBody>
      </p:sp>
      <p:pic>
        <p:nvPicPr>
          <p:cNvPr id="5" name="Image 4">
            <a:extLst>
              <a:ext uri="{FF2B5EF4-FFF2-40B4-BE49-F238E27FC236}">
                <a16:creationId xmlns:a16="http://schemas.microsoft.com/office/drawing/2014/main" id="{B20902B5-3596-438E-9BA1-2E01D91CB4D0}"/>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6972000" y="187155"/>
            <a:ext cx="5220000" cy="1285708"/>
          </a:xfrm>
          <a:prstGeom prst="rect">
            <a:avLst/>
          </a:prstGeom>
        </p:spPr>
      </p:pic>
    </p:spTree>
    <p:extLst>
      <p:ext uri="{BB962C8B-B14F-4D97-AF65-F5344CB8AC3E}">
        <p14:creationId xmlns:p14="http://schemas.microsoft.com/office/powerpoint/2010/main" val="3543264568"/>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cSld name="Titre et contenu">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447201"/>
            <a:ext cx="11379201" cy="502261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itle 10">
            <a:extLst>
              <a:ext uri="{FF2B5EF4-FFF2-40B4-BE49-F238E27FC236}">
                <a16:creationId xmlns:a16="http://schemas.microsoft.com/office/drawing/2014/main" id="{006B5C2B-B0BF-4136-9EC7-0E7F54D1D264}"/>
              </a:ext>
            </a:extLst>
          </p:cNvPr>
          <p:cNvSpPr>
            <a:spLocks noGrp="1"/>
          </p:cNvSpPr>
          <p:nvPr>
            <p:ph type="title"/>
          </p:nvPr>
        </p:nvSpPr>
        <p:spPr/>
        <p:txBody>
          <a:bodyPr/>
          <a:lstStyle/>
          <a:p>
            <a:r>
              <a:rPr lang="en-US"/>
              <a:t>Click to edit Master title style</a:t>
            </a:r>
            <a:endParaRPr lang="en-GB"/>
          </a:p>
        </p:txBody>
      </p:sp>
      <p:sp>
        <p:nvSpPr>
          <p:cNvPr id="2" name="Rectangle 1">
            <a:extLst>
              <a:ext uri="{FF2B5EF4-FFF2-40B4-BE49-F238E27FC236}">
                <a16:creationId xmlns:a16="http://schemas.microsoft.com/office/drawing/2014/main" id="{DC335130-C38A-909D-A160-1F96CB58CF2A}"/>
              </a:ext>
            </a:extLst>
          </p:cNvPr>
          <p:cNvSpPr/>
          <p:nvPr/>
        </p:nvSpPr>
        <p:spPr>
          <a:xfrm>
            <a:off x="314325" y="6600825"/>
            <a:ext cx="1552575" cy="1143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p>
        </p:txBody>
      </p:sp>
      <p:sp>
        <p:nvSpPr>
          <p:cNvPr id="3" name="TextBox 2">
            <a:extLst>
              <a:ext uri="{FF2B5EF4-FFF2-40B4-BE49-F238E27FC236}">
                <a16:creationId xmlns:a16="http://schemas.microsoft.com/office/drawing/2014/main" id="{6E0A41BD-972C-1DBC-4AC2-C3C4BA21382F}"/>
              </a:ext>
            </a:extLst>
          </p:cNvPr>
          <p:cNvSpPr txBox="1"/>
          <p:nvPr/>
        </p:nvSpPr>
        <p:spPr>
          <a:xfrm>
            <a:off x="8818452" y="6507390"/>
            <a:ext cx="3097323" cy="215444"/>
          </a:xfrm>
          <a:prstGeom prst="rect">
            <a:avLst/>
          </a:prstGeom>
          <a:solidFill>
            <a:schemeClr val="bg1"/>
          </a:solidFill>
        </p:spPr>
        <p:txBody>
          <a:bodyPr wrap="none" rtlCol="0">
            <a:spAutoFit/>
          </a:bodyPr>
          <a:lstStyle/>
          <a:p>
            <a:r>
              <a:rPr lang="en-US" sz="800">
                <a:solidFill>
                  <a:schemeClr val="bg2">
                    <a:lumMod val="75000"/>
                  </a:schemeClr>
                </a:solidFill>
              </a:rPr>
              <a:t>Company Confidential @ Capgemini 2023.  All rights reserved |</a:t>
            </a:r>
          </a:p>
        </p:txBody>
      </p:sp>
    </p:spTree>
    <p:extLst>
      <p:ext uri="{BB962C8B-B14F-4D97-AF65-F5344CB8AC3E}">
        <p14:creationId xmlns:p14="http://schemas.microsoft.com/office/powerpoint/2010/main" val="27170517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cSld name="1_Titre seul">
    <p:bg>
      <p:bgPr>
        <a:solidFill>
          <a:schemeClr val="accent4"/>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Espace réservé du texte 9">
            <a:extLst>
              <a:ext uri="{FF2B5EF4-FFF2-40B4-BE49-F238E27FC236}">
                <a16:creationId xmlns:a16="http://schemas.microsoft.com/office/drawing/2014/main" id="{0850DA69-657E-41C3-B340-B16C354CA1D0}"/>
              </a:ext>
            </a:extLst>
          </p:cNvPr>
          <p:cNvSpPr>
            <a:spLocks noGrp="1"/>
          </p:cNvSpPr>
          <p:nvPr>
            <p:ph type="body" sz="quarter" idx="10"/>
          </p:nvPr>
        </p:nvSpPr>
        <p:spPr>
          <a:xfrm>
            <a:off x="404813" y="1447800"/>
            <a:ext cx="11406187" cy="4951413"/>
          </a:xfrm>
        </p:spPr>
        <p:txBody>
          <a:bodyPr/>
          <a:lstStyle>
            <a:lvl1pPr>
              <a:defRPr>
                <a:solidFill>
                  <a:schemeClr val="bg1"/>
                </a:solidFill>
              </a:defRPr>
            </a:lvl1pPr>
            <a:lvl2pPr>
              <a:defRPr>
                <a:solidFill>
                  <a:schemeClr val="bg1"/>
                </a:solidFill>
              </a:defRPr>
            </a:lvl2pPr>
            <a:lvl3pPr>
              <a:defRPr>
                <a:solidFill>
                  <a:schemeClr val="bg1"/>
                </a:solidFill>
              </a:defRPr>
            </a:lvl3pPr>
            <a:lvl4pPr>
              <a:buClr>
                <a:schemeClr val="accent5"/>
              </a:buClr>
              <a:defRPr>
                <a:solidFill>
                  <a:schemeClr val="bg1"/>
                </a:solidFill>
              </a:defRPr>
            </a:lvl4pPr>
            <a:lvl5pPr>
              <a:buClr>
                <a:schemeClr val="bg1"/>
              </a:buClr>
              <a:defRPr>
                <a:solidFill>
                  <a:schemeClr val="bg1"/>
                </a:solidFill>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p:txBody>
          <a:bodyPr/>
          <a:lstStyle>
            <a:lvl1pPr>
              <a:defRPr>
                <a:solidFill>
                  <a:schemeClr val="bg1"/>
                </a:solidFill>
              </a:defRPr>
            </a:lvl1pPr>
          </a:lstStyle>
          <a:p>
            <a:r>
              <a:rPr lang="fr-FR"/>
              <a:t>Modifiez le style du titre</a:t>
            </a:r>
            <a:endParaRPr lang="de-DE"/>
          </a:p>
        </p:txBody>
      </p:sp>
    </p:spTree>
    <p:extLst>
      <p:ext uri="{BB962C8B-B14F-4D97-AF65-F5344CB8AC3E}">
        <p14:creationId xmlns:p14="http://schemas.microsoft.com/office/powerpoint/2010/main" val="18469943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cSld name="3_Section A – Narrow">
    <p:spTree>
      <p:nvGrpSpPr>
        <p:cNvPr id="1" name=""/>
        <p:cNvGrpSpPr/>
        <p:nvPr/>
      </p:nvGrpSpPr>
      <p:grpSpPr>
        <a:xfrm>
          <a:off x="0" y="0"/>
          <a:ext cx="0" cy="0"/>
          <a:chOff x="0" y="0"/>
          <a:chExt cx="0" cy="0"/>
        </a:xfrm>
      </p:grpSpPr>
      <p:pic>
        <p:nvPicPr>
          <p:cNvPr id="5" name="Picture 4" descr="A person using a tablet&#10;&#10;Description automatically generated">
            <a:extLst>
              <a:ext uri="{FF2B5EF4-FFF2-40B4-BE49-F238E27FC236}">
                <a16:creationId xmlns:a16="http://schemas.microsoft.com/office/drawing/2014/main" id="{9F7284B9-30F9-0FAA-7603-944E13BCA530}"/>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1" y="0"/>
            <a:ext cx="12192000" cy="6858000"/>
          </a:xfrm>
          <a:prstGeom prst="rect">
            <a:avLst/>
          </a:prstGeom>
        </p:spPr>
      </p:pic>
      <p:sp>
        <p:nvSpPr>
          <p:cNvPr id="20" name="Rectangle 19">
            <a:extLst>
              <a:ext uri="{FF2B5EF4-FFF2-40B4-BE49-F238E27FC236}">
                <a16:creationId xmlns:a16="http://schemas.microsoft.com/office/drawing/2014/main" id="{C883B4EA-D053-4E5C-84C3-EE72BC24E22C}"/>
              </a:ext>
            </a:extLst>
          </p:cNvPr>
          <p:cNvSpPr/>
          <p:nvPr/>
        </p:nvSpPr>
        <p:spPr bwMode="white">
          <a:xfrm>
            <a:off x="-1" y="-9508"/>
            <a:ext cx="4565599" cy="6867508"/>
          </a:xfrm>
          <a:prstGeom prst="rect">
            <a:avLst/>
          </a:prstGeom>
          <a:solidFill>
            <a:srgbClr val="2729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latin typeface="+mj-lt"/>
            </a:endParaRPr>
          </a:p>
        </p:txBody>
      </p:sp>
      <p:sp>
        <p:nvSpPr>
          <p:cNvPr id="14" name="Title 1">
            <a:extLst>
              <a:ext uri="{FF2B5EF4-FFF2-40B4-BE49-F238E27FC236}">
                <a16:creationId xmlns:a16="http://schemas.microsoft.com/office/drawing/2014/main" id="{50A620EA-D7F6-457A-9F84-F5DC18B217C6}"/>
              </a:ext>
            </a:extLst>
          </p:cNvPr>
          <p:cNvSpPr>
            <a:spLocks noGrp="1"/>
          </p:cNvSpPr>
          <p:nvPr>
            <p:ph type="ctrTitle" hasCustomPrompt="1"/>
          </p:nvPr>
        </p:nvSpPr>
        <p:spPr bwMode="invGray">
          <a:xfrm>
            <a:off x="463668" y="3321951"/>
            <a:ext cx="3641582" cy="117613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noAutofit/>
          </a:bodyPr>
          <a:lstStyle>
            <a:lvl1pPr algn="ctr">
              <a:lnSpc>
                <a:spcPct val="100000"/>
              </a:lnSpc>
              <a:defRPr lang="en-US" sz="2500" b="0" cap="all" baseline="0" dirty="0">
                <a:solidFill>
                  <a:schemeClr val="bg1"/>
                </a:solidFill>
                <a:latin typeface="Ubuntu" panose="020B0504030602030204" pitchFamily="34" charset="0"/>
              </a:defRPr>
            </a:lvl1pPr>
          </a:lstStyle>
          <a:p>
            <a:pPr marL="0" lvl="0"/>
            <a:r>
              <a:rPr lang="en-US"/>
              <a:t>SECTION TITLE ALL CAPS, LOREM IPSUM DOLOR AMET.</a:t>
            </a:r>
          </a:p>
        </p:txBody>
      </p:sp>
      <p:grpSp>
        <p:nvGrpSpPr>
          <p:cNvPr id="2" name="Group 1">
            <a:extLst>
              <a:ext uri="{FF2B5EF4-FFF2-40B4-BE49-F238E27FC236}">
                <a16:creationId xmlns:a16="http://schemas.microsoft.com/office/drawing/2014/main" id="{80BAFD89-C8EF-C07A-0BE1-DE10F3C1099C}"/>
              </a:ext>
            </a:extLst>
          </p:cNvPr>
          <p:cNvGrpSpPr/>
          <p:nvPr/>
        </p:nvGrpSpPr>
        <p:grpSpPr>
          <a:xfrm>
            <a:off x="1416119" y="-3920"/>
            <a:ext cx="4679881" cy="7150176"/>
            <a:chOff x="3689968" y="-3920"/>
            <a:chExt cx="4679881" cy="7150176"/>
          </a:xfrm>
        </p:grpSpPr>
        <p:pic>
          <p:nvPicPr>
            <p:cNvPr id="6" name="Picture 5">
              <a:extLst>
                <a:ext uri="{FF2B5EF4-FFF2-40B4-BE49-F238E27FC236}">
                  <a16:creationId xmlns:a16="http://schemas.microsoft.com/office/drawing/2014/main" id="{4AC2D978-8882-4AFA-86B2-EF5BC2A8530A}"/>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3689968" y="-3920"/>
              <a:ext cx="573846" cy="2946314"/>
            </a:xfrm>
            <a:prstGeom prst="rect">
              <a:avLst/>
            </a:prstGeom>
          </p:spPr>
        </p:pic>
        <p:pic>
          <p:nvPicPr>
            <p:cNvPr id="8" name="Picture 7" descr="A picture containing shape&#10;&#10;Description automatically generated">
              <a:extLst>
                <a:ext uri="{FF2B5EF4-FFF2-40B4-BE49-F238E27FC236}">
                  <a16:creationId xmlns:a16="http://schemas.microsoft.com/office/drawing/2014/main" id="{44EDB8CD-D570-4B36-A15F-DD1E361EF259}"/>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4263814" y="1139617"/>
              <a:ext cx="1550027" cy="1808365"/>
            </a:xfrm>
            <a:prstGeom prst="rect">
              <a:avLst/>
            </a:prstGeom>
          </p:spPr>
        </p:pic>
        <p:pic>
          <p:nvPicPr>
            <p:cNvPr id="9" name="Picture 8" descr="A picture containing venn diagram&#10;&#10;Description automatically generated">
              <a:extLst>
                <a:ext uri="{FF2B5EF4-FFF2-40B4-BE49-F238E27FC236}">
                  <a16:creationId xmlns:a16="http://schemas.microsoft.com/office/drawing/2014/main" id="{46D3A33D-B870-46A7-9EA1-51B5C4F42F61}"/>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5814582" y="1137677"/>
              <a:ext cx="2555267" cy="6008579"/>
            </a:xfrm>
            <a:prstGeom prst="rect">
              <a:avLst/>
            </a:prstGeom>
          </p:spPr>
        </p:pic>
      </p:grpSp>
      <p:sp>
        <p:nvSpPr>
          <p:cNvPr id="3" name="Text Placeholder 2">
            <a:extLst>
              <a:ext uri="{FF2B5EF4-FFF2-40B4-BE49-F238E27FC236}">
                <a16:creationId xmlns:a16="http://schemas.microsoft.com/office/drawing/2014/main" id="{D19AEC72-27C4-4556-93EC-C7570CE2148B}"/>
              </a:ext>
            </a:extLst>
          </p:cNvPr>
          <p:cNvSpPr>
            <a:spLocks noGrp="1"/>
          </p:cNvSpPr>
          <p:nvPr>
            <p:ph type="body" sz="quarter" idx="10" hasCustomPrompt="1"/>
          </p:nvPr>
        </p:nvSpPr>
        <p:spPr>
          <a:xfrm>
            <a:off x="463516" y="1634325"/>
            <a:ext cx="3641725" cy="1336675"/>
          </a:xfrm>
          <a:prstGeom prst="rect">
            <a:avLst/>
          </a:prstGeom>
        </p:spPr>
        <p:txBody>
          <a:bodyPr/>
          <a:lstStyle>
            <a:lvl1pPr marL="0" indent="0" algn="ctr">
              <a:buNone/>
              <a:defRPr sz="9600">
                <a:solidFill>
                  <a:srgbClr val="00B9E8"/>
                </a:solidFill>
                <a:latin typeface="Ubuntu" panose="020B0504030602030204" pitchFamily="34" charset="0"/>
              </a:defRPr>
            </a:lvl1pPr>
          </a:lstStyle>
          <a:p>
            <a:pPr lvl="0"/>
            <a:r>
              <a:rPr lang="en-US"/>
              <a:t>1</a:t>
            </a:r>
            <a:endParaRPr lang="en-GB"/>
          </a:p>
        </p:txBody>
      </p:sp>
      <p:grpSp>
        <p:nvGrpSpPr>
          <p:cNvPr id="13" name="Group 37">
            <a:extLst>
              <a:ext uri="{FF2B5EF4-FFF2-40B4-BE49-F238E27FC236}">
                <a16:creationId xmlns:a16="http://schemas.microsoft.com/office/drawing/2014/main" id="{66DB8712-4F4E-4114-B3E8-851145F3E59A}"/>
              </a:ext>
              <a:ext uri="{C183D7F6-B498-43B3-948B-1728B52AA6E4}">
                <adec:decorative xmlns:adec="http://schemas.microsoft.com/office/drawing/2017/decorative" val="1"/>
              </a:ext>
            </a:extLst>
          </p:cNvPr>
          <p:cNvGrpSpPr/>
          <p:nvPr/>
        </p:nvGrpSpPr>
        <p:grpSpPr>
          <a:xfrm>
            <a:off x="11559747" y="210928"/>
            <a:ext cx="413177" cy="382296"/>
            <a:chOff x="5481638" y="2859088"/>
            <a:chExt cx="1231900" cy="1139825"/>
          </a:xfrm>
          <a:solidFill>
            <a:schemeClr val="bg1"/>
          </a:solidFill>
        </p:grpSpPr>
        <p:sp>
          <p:nvSpPr>
            <p:cNvPr id="15" name="Freeform 320">
              <a:extLst>
                <a:ext uri="{FF2B5EF4-FFF2-40B4-BE49-F238E27FC236}">
                  <a16:creationId xmlns:a16="http://schemas.microsoft.com/office/drawing/2014/main" id="{46271D6B-FF3D-4B16-807C-A775621A0ED5}"/>
                </a:ext>
              </a:extLst>
            </p:cNvPr>
            <p:cNvSpPr>
              <a:spLocks/>
            </p:cNvSpPr>
            <p:nvPr userDrawn="1"/>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321">
              <a:extLst>
                <a:ext uri="{FF2B5EF4-FFF2-40B4-BE49-F238E27FC236}">
                  <a16:creationId xmlns:a16="http://schemas.microsoft.com/office/drawing/2014/main" id="{19B223FC-79E0-4FBE-B983-062163C65EED}"/>
                </a:ext>
              </a:extLst>
            </p:cNvPr>
            <p:cNvSpPr>
              <a:spLocks/>
            </p:cNvSpPr>
            <p:nvPr userDrawn="1"/>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3021445848"/>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1_Title Slide 3 Full Picture">
    <p:bg>
      <p:bgPr>
        <a:solidFill>
          <a:schemeClr val="accent4"/>
        </a:solidFill>
        <a:effectLst/>
      </p:bgPr>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847127"/>
            <a:ext cx="11386134" cy="1661993"/>
          </a:xfrm>
        </p:spPr>
        <p:txBody>
          <a:bodyPr wrap="square" lIns="36000" rIns="36000" bIns="0" anchor="b" anchorCtr="0">
            <a:spAutoFit/>
          </a:bodyPr>
          <a:lstStyle>
            <a:lvl1pPr algn="l">
              <a:lnSpc>
                <a:spcPct val="90000"/>
              </a:lnSpc>
              <a:defRPr sz="6000" b="1" baseline="0">
                <a:solidFill>
                  <a:schemeClr val="bg1"/>
                </a:solidFill>
                <a:latin typeface="+mn-lt"/>
              </a:defRPr>
            </a:lvl1pPr>
          </a:lstStyle>
          <a:p>
            <a:r>
              <a:rPr lang="en-US"/>
              <a:t>Click to edit Master title style</a:t>
            </a:r>
            <a:endParaRPr lang="en-GB"/>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4"/>
            <a:ext cx="11386134" cy="307777"/>
          </a:xfrm>
        </p:spPr>
        <p:txBody>
          <a:bodyPr wrap="square" lIns="36000" tIns="0" rIns="36000">
            <a:spAutoFit/>
          </a:bodyPr>
          <a:lstStyle>
            <a:lvl1pPr marL="0" indent="0" algn="l">
              <a:buNone/>
              <a:defRPr sz="2000">
                <a:solidFill>
                  <a:schemeClr val="bg1"/>
                </a:solidFill>
              </a:defRPr>
            </a:lvl1pPr>
            <a:lvl2pPr marL="457157" indent="0" algn="ctr">
              <a:buNone/>
              <a:defRPr sz="2000"/>
            </a:lvl2pPr>
            <a:lvl3pPr marL="914313" indent="0" algn="ctr">
              <a:buNone/>
              <a:defRPr sz="1800"/>
            </a:lvl3pPr>
            <a:lvl4pPr marL="1371470" indent="0" algn="ctr">
              <a:buNone/>
              <a:defRPr sz="1600"/>
            </a:lvl4pPr>
            <a:lvl5pPr marL="1828626" indent="0" algn="ctr">
              <a:buNone/>
              <a:defRPr sz="1600"/>
            </a:lvl5pPr>
            <a:lvl6pPr marL="2285783" indent="0" algn="ctr">
              <a:buNone/>
              <a:defRPr sz="1600"/>
            </a:lvl6pPr>
            <a:lvl7pPr marL="2742940" indent="0" algn="ctr">
              <a:buNone/>
              <a:defRPr sz="1600"/>
            </a:lvl7pPr>
            <a:lvl8pPr marL="3200096" indent="0" algn="ctr">
              <a:buNone/>
              <a:defRPr sz="1600"/>
            </a:lvl8pPr>
            <a:lvl9pPr marL="3657253" indent="0" algn="ctr">
              <a:buNone/>
              <a:defRPr sz="1600"/>
            </a:lvl9pPr>
          </a:lstStyle>
          <a:p>
            <a:r>
              <a:rPr lang="en-US"/>
              <a:t>Click to edit Master subtitle style</a:t>
            </a:r>
            <a:endParaRPr lang="en-GB"/>
          </a:p>
        </p:txBody>
      </p:sp>
    </p:spTree>
    <p:extLst>
      <p:ext uri="{BB962C8B-B14F-4D97-AF65-F5344CB8AC3E}">
        <p14:creationId xmlns:p14="http://schemas.microsoft.com/office/powerpoint/2010/main" val="4045078972"/>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cSld name="10_Title only">
    <p:spTree>
      <p:nvGrpSpPr>
        <p:cNvPr id="1" name=""/>
        <p:cNvGrpSpPr/>
        <p:nvPr/>
      </p:nvGrpSpPr>
      <p:grpSpPr>
        <a:xfrm>
          <a:off x="0" y="0"/>
          <a:ext cx="0" cy="0"/>
          <a:chOff x="0" y="0"/>
          <a:chExt cx="0" cy="0"/>
        </a:xfrm>
      </p:grpSpPr>
      <p:pic>
        <p:nvPicPr>
          <p:cNvPr id="1026" name="Picture 2" descr="Background Of Science And Technology Mobile Wallpaper Images Free Download  on Lovepik | 400421567">
            <a:extLst>
              <a:ext uri="{FF2B5EF4-FFF2-40B4-BE49-F238E27FC236}">
                <a16:creationId xmlns:a16="http://schemas.microsoft.com/office/drawing/2014/main" id="{C33848D8-3BBF-92AA-9BBE-BFAE53364DC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23350" y="0"/>
            <a:ext cx="3168650" cy="685800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5" name="Object 4" hidden="1"/>
          <p:cNvGraphicFramePr>
            <a:graphicFrameLocks noChangeAspect="1"/>
          </p:cNvGraphicFramePr>
          <p:nvPr>
            <p:custDataLst>
              <p:tags r:id="rId1"/>
            </p:custDataLst>
          </p:nvPr>
        </p:nvGraphicFramePr>
        <p:xfrm>
          <a:off x="1588" y="1589"/>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5" name="Object 4"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88" y="1589"/>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14" name="Groupe 1">
            <a:extLst>
              <a:ext uri="{FF2B5EF4-FFF2-40B4-BE49-F238E27FC236}">
                <a16:creationId xmlns:a16="http://schemas.microsoft.com/office/drawing/2014/main" id="{C2ACE01A-B5E0-BE42-8E4B-0222C885545F}"/>
              </a:ext>
            </a:extLst>
          </p:cNvPr>
          <p:cNvGrpSpPr/>
          <p:nvPr/>
        </p:nvGrpSpPr>
        <p:grpSpPr>
          <a:xfrm>
            <a:off x="11576603" y="163184"/>
            <a:ext cx="419436" cy="388988"/>
            <a:chOff x="11501102" y="171573"/>
            <a:chExt cx="419436" cy="388988"/>
          </a:xfrm>
        </p:grpSpPr>
        <p:sp>
          <p:nvSpPr>
            <p:cNvPr id="15" name="Freeform 13">
              <a:extLst>
                <a:ext uri="{FF2B5EF4-FFF2-40B4-BE49-F238E27FC236}">
                  <a16:creationId xmlns:a16="http://schemas.microsoft.com/office/drawing/2014/main" id="{6A95F9F3-9DD1-224F-B8A9-74380CCF2D9C}"/>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sz="2600">
                <a:latin typeface="Ubuntu" panose="020B0504030602030204" pitchFamily="34" charset="0"/>
              </a:endParaRPr>
            </a:p>
          </p:txBody>
        </p:sp>
        <p:sp>
          <p:nvSpPr>
            <p:cNvPr id="16" name="Freeform 14">
              <a:extLst>
                <a:ext uri="{FF2B5EF4-FFF2-40B4-BE49-F238E27FC236}">
                  <a16:creationId xmlns:a16="http://schemas.microsoft.com/office/drawing/2014/main" id="{506048B8-697E-3546-AB3F-AEFB3B9FFA5C}"/>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sz="2600">
                <a:latin typeface="Ubuntu" panose="020B0504030602030204" pitchFamily="34" charset="0"/>
              </a:endParaRPr>
            </a:p>
          </p:txBody>
        </p:sp>
      </p:grpSp>
      <p:sp>
        <p:nvSpPr>
          <p:cNvPr id="11" name="Title 1">
            <a:extLst>
              <a:ext uri="{FF2B5EF4-FFF2-40B4-BE49-F238E27FC236}">
                <a16:creationId xmlns:a16="http://schemas.microsoft.com/office/drawing/2014/main" id="{E8759B63-A3AD-472A-BEC6-35704A1FBFB1}"/>
              </a:ext>
            </a:extLst>
          </p:cNvPr>
          <p:cNvSpPr>
            <a:spLocks noGrp="1"/>
          </p:cNvSpPr>
          <p:nvPr>
            <p:ph type="title" hasCustomPrompt="1"/>
          </p:nvPr>
        </p:nvSpPr>
        <p:spPr>
          <a:xfrm>
            <a:off x="404814" y="388188"/>
            <a:ext cx="8281987" cy="716711"/>
          </a:xfrm>
        </p:spPr>
        <p:txBody>
          <a:bodyPr vert="horz" lIns="0" tIns="0" rIns="0" bIns="0" rtlCol="0" anchor="ctr">
            <a:noAutofit/>
          </a:bodyPr>
          <a:lstStyle>
            <a:lvl1pPr>
              <a:defRPr lang="en-US" dirty="0"/>
            </a:lvl1pPr>
          </a:lstStyle>
          <a:p>
            <a:pPr lvl="0"/>
            <a:r>
              <a:rPr lang="en-US"/>
              <a:t>Change the style of the title</a:t>
            </a:r>
          </a:p>
        </p:txBody>
      </p:sp>
      <p:sp>
        <p:nvSpPr>
          <p:cNvPr id="19" name="Rectangle 27">
            <a:extLst>
              <a:ext uri="{FF2B5EF4-FFF2-40B4-BE49-F238E27FC236}">
                <a16:creationId xmlns:a16="http://schemas.microsoft.com/office/drawing/2014/main" id="{3EAF9283-52C2-4664-BD46-1CD77703A87C}"/>
              </a:ext>
            </a:extLst>
          </p:cNvPr>
          <p:cNvSpPr/>
          <p:nvPr/>
        </p:nvSpPr>
        <p:spPr>
          <a:xfrm>
            <a:off x="4329702" y="6517871"/>
            <a:ext cx="4532162" cy="219456"/>
          </a:xfrm>
          <a:prstGeom prst="rect">
            <a:avLst/>
          </a:prstGeom>
        </p:spPr>
        <p:txBody>
          <a:bodyPr wrap="square" lIns="0" tIns="0" rIns="0" bIns="0" anchor="ctr" anchorCtr="0">
            <a:noAutofit/>
          </a:bodyPr>
          <a:lstStyle/>
          <a:p>
            <a:pPr marL="0" marR="0" lvl="0" indent="0" algn="r" defTabSz="914313" rtl="0" eaLnBrk="1" fontAlgn="auto" latinLnBrk="0" hangingPunct="1">
              <a:lnSpc>
                <a:spcPct val="100000"/>
              </a:lnSpc>
              <a:spcBef>
                <a:spcPts val="0"/>
              </a:spcBef>
              <a:spcAft>
                <a:spcPts val="0"/>
              </a:spcAft>
              <a:buClrTx/>
              <a:buSzTx/>
              <a:buFontTx/>
              <a:buNone/>
              <a:tabLst/>
              <a:defRPr/>
            </a:pPr>
            <a:r>
              <a:rPr lang="en-US" sz="700">
                <a:solidFill>
                  <a:srgbClr val="A6A6A6"/>
                </a:solidFill>
                <a:latin typeface="Ubuntu" panose="020B0504030602030204" pitchFamily="34" charset="0"/>
                <a:cs typeface="Arial" panose="020B0604020202020204" pitchFamily="34" charset="0"/>
              </a:rPr>
              <a:t>Copyright © 2021 Capgemini. All rights reserved.</a:t>
            </a:r>
          </a:p>
        </p:txBody>
      </p:sp>
    </p:spTree>
    <p:extLst>
      <p:ext uri="{BB962C8B-B14F-4D97-AF65-F5344CB8AC3E}">
        <p14:creationId xmlns:p14="http://schemas.microsoft.com/office/powerpoint/2010/main" val="95593429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1_Content Master">
    <p:bg>
      <p:bgPr>
        <a:solidFill>
          <a:schemeClr val="bg1"/>
        </a:solidFill>
        <a:effectLst/>
      </p:bgPr>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1"/>
            </p:custDataLst>
          </p:nvPr>
        </p:nvGraphicFramePr>
        <p:xfrm>
          <a:off x="1" y="1"/>
          <a:ext cx="180999" cy="143985"/>
        </p:xfrm>
        <a:graphic>
          <a:graphicData uri="http://schemas.openxmlformats.org/presentationml/2006/ole">
            <mc:AlternateContent xmlns:mc="http://schemas.openxmlformats.org/markup-compatibility/2006">
              <mc:Choice xmlns:v="urn:schemas-microsoft-com:vml" Requires="v">
                <p:oleObj name="think-cell Slide" r:id="rId4" imgW="360" imgH="360" progId="">
                  <p:embed/>
                </p:oleObj>
              </mc:Choice>
              <mc:Fallback>
                <p:oleObj name="think-cell Slide" r:id="rId4" imgW="360" imgH="360" progId="">
                  <p:embed/>
                  <p:pic>
                    <p:nvPicPr>
                      <p:cNvPr id="4" name="Object 3"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 y="1"/>
                        <a:ext cx="180999" cy="14398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hasCustomPrompt="1"/>
            <p:custDataLst>
              <p:tags r:id="rId2"/>
            </p:custDataLst>
          </p:nvPr>
        </p:nvSpPr>
        <p:spPr/>
        <p:txBody>
          <a:bodyPr/>
          <a:lstStyle>
            <a:lvl1pPr>
              <a:defRPr sz="2400"/>
            </a:lvl1pPr>
          </a:lstStyle>
          <a:p>
            <a:r>
              <a:rPr lang="en-US" noProof="0"/>
              <a:t>Click to edit Master title style</a:t>
            </a:r>
            <a:endParaRPr lang="en-US"/>
          </a:p>
        </p:txBody>
      </p:sp>
    </p:spTree>
    <p:extLst>
      <p:ext uri="{BB962C8B-B14F-4D97-AF65-F5344CB8AC3E}">
        <p14:creationId xmlns:p14="http://schemas.microsoft.com/office/powerpoint/2010/main" val="351220702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1_Titre et contenu">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404812" y="1447201"/>
            <a:ext cx="11379201" cy="5022612"/>
          </a:xfrm>
        </p:spPr>
        <p:txBody>
          <a:bodyPr>
            <a:noAutofit/>
          </a:bodyPr>
          <a:lstStyle>
            <a:lvl2pPr>
              <a:lnSpc>
                <a:spcPct val="95000"/>
              </a:lnSpc>
              <a:defRPr sz="1700"/>
            </a:lvl2pPr>
            <a:lvl3pPr>
              <a:lnSpc>
                <a:spcPct val="95000"/>
              </a:lnSpc>
              <a:defRPr sz="1500"/>
            </a:lvl3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11" name="Title 10">
            <a:extLst>
              <a:ext uri="{FF2B5EF4-FFF2-40B4-BE49-F238E27FC236}">
                <a16:creationId xmlns:a16="http://schemas.microsoft.com/office/drawing/2014/main" id="{006B5C2B-B0BF-4136-9EC7-0E7F54D1D264}"/>
              </a:ext>
            </a:extLst>
          </p:cNvPr>
          <p:cNvSpPr>
            <a:spLocks noGrp="1"/>
          </p:cNvSpPr>
          <p:nvPr>
            <p:ph type="title"/>
          </p:nvPr>
        </p:nvSpPr>
        <p:spPr/>
        <p:txBody>
          <a:bodyPr/>
          <a:lstStyle/>
          <a:p>
            <a:r>
              <a:rPr lang="fr-FR"/>
              <a:t>Modifiez le style du titre</a:t>
            </a:r>
            <a:endParaRPr lang="en-GB"/>
          </a:p>
        </p:txBody>
      </p:sp>
    </p:spTree>
    <p:extLst>
      <p:ext uri="{BB962C8B-B14F-4D97-AF65-F5344CB8AC3E}">
        <p14:creationId xmlns:p14="http://schemas.microsoft.com/office/powerpoint/2010/main" val="123331638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1_Title, subtitle and content ">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317241" y="1469141"/>
            <a:ext cx="11514541" cy="5000931"/>
          </a:xfrm>
        </p:spPr>
        <p:txBody>
          <a:bodyPr/>
          <a:lstStyle>
            <a:lvl1pPr>
              <a:defRPr sz="1600"/>
            </a:lvl1pPr>
            <a:lvl2pPr>
              <a:defRPr sz="1600"/>
            </a:lvl2pPr>
            <a:lvl3pPr marL="361950" indent="-184150">
              <a:buFont typeface="Verdana" panose="020B0604030504040204" pitchFamily="34" charset="0"/>
              <a:buChar char="–"/>
              <a:defRPr/>
            </a:lvl3pPr>
            <a:lvl4pPr marL="539750" indent="-177800">
              <a:buFont typeface="Arial" panose="020B0604020202020204" pitchFamily="34" charset="0"/>
              <a:buChar char="•"/>
              <a:defRPr/>
            </a:lvl4pPr>
            <a:lvl5pPr marL="717550" indent="-177800">
              <a:buFont typeface="Courier New" panose="02070309020205020404" pitchFamily="49" charset="0"/>
              <a:buChar char="o"/>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Espace réservé du texte 4"/>
          <p:cNvSpPr>
            <a:spLocks noGrp="1"/>
          </p:cNvSpPr>
          <p:nvPr>
            <p:ph type="body" sz="quarter" idx="11" hasCustomPrompt="1"/>
          </p:nvPr>
        </p:nvSpPr>
        <p:spPr>
          <a:xfrm>
            <a:off x="317242" y="982137"/>
            <a:ext cx="11514540" cy="457688"/>
          </a:xfrm>
          <a:prstGeom prst="rect">
            <a:avLst/>
          </a:prstGeom>
        </p:spPr>
        <p:txBody>
          <a:bodyPr>
            <a:noAutofit/>
          </a:bodyPr>
          <a:lstStyle>
            <a:lvl1pPr>
              <a:defRPr sz="1600">
                <a:solidFill>
                  <a:schemeClr val="accent1"/>
                </a:solidFill>
                <a:latin typeface="+mj-lt"/>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lvl1pPr>
              <a:defRPr/>
            </a:lvl1pPr>
          </a:lstStyle>
          <a:p>
            <a:r>
              <a:rPr lang="en-US"/>
              <a:t>Click to edit Master title style</a:t>
            </a:r>
            <a:endParaRPr lang="de-DE"/>
          </a:p>
        </p:txBody>
      </p:sp>
    </p:spTree>
    <p:extLst>
      <p:ext uri="{BB962C8B-B14F-4D97-AF65-F5344CB8AC3E}">
        <p14:creationId xmlns:p14="http://schemas.microsoft.com/office/powerpoint/2010/main" val="104904487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2_Section A – Narrow">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EF907181-824E-4743-AE06-E84061FE40F1}"/>
              </a:ext>
            </a:extLst>
          </p:cNvPr>
          <p:cNvPicPr>
            <a:picLocks noChangeAspect="1"/>
          </p:cNvPicPr>
          <p:nvPr/>
        </p:nvPicPr>
        <p:blipFill rotWithShape="1">
          <a:blip r:embed="rId2" cstate="screen">
            <a:extLst>
              <a:ext uri="{28A0092B-C50C-407E-A947-70E740481C1C}">
                <a14:useLocalDpi xmlns:a14="http://schemas.microsoft.com/office/drawing/2010/main" val="0"/>
              </a:ext>
            </a:extLst>
          </a:blip>
          <a:srcRect/>
          <a:stretch/>
        </p:blipFill>
        <p:spPr bwMode="ltGray">
          <a:xfrm>
            <a:off x="1" y="0"/>
            <a:ext cx="12216680" cy="6858000"/>
          </a:xfrm>
          <a:prstGeom prst="rect">
            <a:avLst/>
          </a:prstGeom>
        </p:spPr>
      </p:pic>
      <p:sp>
        <p:nvSpPr>
          <p:cNvPr id="20" name="Rectangle 19">
            <a:extLst>
              <a:ext uri="{FF2B5EF4-FFF2-40B4-BE49-F238E27FC236}">
                <a16:creationId xmlns:a16="http://schemas.microsoft.com/office/drawing/2014/main" id="{C883B4EA-D053-4E5C-84C3-EE72BC24E22C}"/>
              </a:ext>
            </a:extLst>
          </p:cNvPr>
          <p:cNvSpPr/>
          <p:nvPr/>
        </p:nvSpPr>
        <p:spPr bwMode="white">
          <a:xfrm>
            <a:off x="0" y="-1"/>
            <a:ext cx="4562277" cy="6858001"/>
          </a:xfrm>
          <a:prstGeom prst="rect">
            <a:avLst/>
          </a:prstGeom>
          <a:solidFill>
            <a:srgbClr val="2729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latin typeface="Ubuntu" panose="020B0504030602030204"/>
            </a:endParaRPr>
          </a:p>
        </p:txBody>
      </p:sp>
      <p:sp>
        <p:nvSpPr>
          <p:cNvPr id="14" name="Title 1">
            <a:extLst>
              <a:ext uri="{FF2B5EF4-FFF2-40B4-BE49-F238E27FC236}">
                <a16:creationId xmlns:a16="http://schemas.microsoft.com/office/drawing/2014/main" id="{50A620EA-D7F6-457A-9F84-F5DC18B217C6}"/>
              </a:ext>
            </a:extLst>
          </p:cNvPr>
          <p:cNvSpPr>
            <a:spLocks noGrp="1"/>
          </p:cNvSpPr>
          <p:nvPr>
            <p:ph type="ctrTitle" hasCustomPrompt="1"/>
          </p:nvPr>
        </p:nvSpPr>
        <p:spPr bwMode="invGray">
          <a:xfrm>
            <a:off x="446909" y="3287890"/>
            <a:ext cx="3641582" cy="117613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noAutofit/>
          </a:bodyPr>
          <a:lstStyle>
            <a:lvl1pPr algn="ctr">
              <a:lnSpc>
                <a:spcPct val="100000"/>
              </a:lnSpc>
              <a:defRPr lang="en-US" sz="2500" b="0" cap="all" baseline="0" dirty="0">
                <a:solidFill>
                  <a:schemeClr val="bg1"/>
                </a:solidFill>
                <a:latin typeface="Ubuntu" panose="020B0504030602030204" pitchFamily="34" charset="0"/>
              </a:defRPr>
            </a:lvl1pPr>
          </a:lstStyle>
          <a:p>
            <a:pPr marL="0" lvl="0"/>
            <a:r>
              <a:rPr lang="en-US"/>
              <a:t>SECTION TITLE ALL CAPS, LOREM IPSUM DOLOR AMET.</a:t>
            </a:r>
          </a:p>
        </p:txBody>
      </p:sp>
      <p:pic>
        <p:nvPicPr>
          <p:cNvPr id="6" name="Picture 5">
            <a:extLst>
              <a:ext uri="{FF2B5EF4-FFF2-40B4-BE49-F238E27FC236}">
                <a16:creationId xmlns:a16="http://schemas.microsoft.com/office/drawing/2014/main" id="{4AC2D978-8882-4AFA-86B2-EF5BC2A8530A}"/>
              </a:ext>
            </a:extLst>
          </p:cNvPr>
          <p:cNvPicPr>
            <a:picLocks noChangeAspect="1"/>
          </p:cNvPicPr>
          <p:nvPr/>
        </p:nvPicPr>
        <p:blipFill>
          <a:blip r:embed="rId3" cstate="screen">
            <a:extLst>
              <a:ext uri="{28A0092B-C50C-407E-A947-70E740481C1C}">
                <a14:useLocalDpi xmlns:a14="http://schemas.microsoft.com/office/drawing/2010/main" val="0"/>
              </a:ext>
            </a:extLst>
          </a:blip>
          <a:stretch>
            <a:fillRect/>
          </a:stretch>
        </p:blipFill>
        <p:spPr>
          <a:xfrm>
            <a:off x="1010937" y="-3920"/>
            <a:ext cx="573846" cy="2946314"/>
          </a:xfrm>
          <a:prstGeom prst="rect">
            <a:avLst/>
          </a:prstGeom>
        </p:spPr>
      </p:pic>
      <p:pic>
        <p:nvPicPr>
          <p:cNvPr id="8" name="Picture 7" descr="A picture containing shape&#10;&#10;Description automatically generated">
            <a:extLst>
              <a:ext uri="{FF2B5EF4-FFF2-40B4-BE49-F238E27FC236}">
                <a16:creationId xmlns:a16="http://schemas.microsoft.com/office/drawing/2014/main" id="{44EDB8CD-D570-4B36-A15F-DD1E361EF259}"/>
              </a:ext>
            </a:extLst>
          </p:cNvPr>
          <p:cNvPicPr>
            <a:picLocks noChangeAspect="1"/>
          </p:cNvPicPr>
          <p:nvPr/>
        </p:nvPicPr>
        <p:blipFill>
          <a:blip r:embed="rId4" cstate="screen">
            <a:extLst>
              <a:ext uri="{28A0092B-C50C-407E-A947-70E740481C1C}">
                <a14:useLocalDpi xmlns:a14="http://schemas.microsoft.com/office/drawing/2010/main" val="0"/>
              </a:ext>
            </a:extLst>
          </a:blip>
          <a:stretch>
            <a:fillRect/>
          </a:stretch>
        </p:blipFill>
        <p:spPr>
          <a:xfrm>
            <a:off x="1584783" y="1139617"/>
            <a:ext cx="1550027" cy="1808365"/>
          </a:xfrm>
          <a:prstGeom prst="rect">
            <a:avLst/>
          </a:prstGeom>
        </p:spPr>
      </p:pic>
      <p:pic>
        <p:nvPicPr>
          <p:cNvPr id="9" name="Picture 8" descr="A picture containing venn diagram&#10;&#10;Description automatically generated">
            <a:extLst>
              <a:ext uri="{FF2B5EF4-FFF2-40B4-BE49-F238E27FC236}">
                <a16:creationId xmlns:a16="http://schemas.microsoft.com/office/drawing/2014/main" id="{46D3A33D-B870-46A7-9EA1-51B5C4F42F61}"/>
              </a:ext>
            </a:extLst>
          </p:cNvPr>
          <p:cNvPicPr>
            <a:picLocks noChangeAspect="1"/>
          </p:cNvPicPr>
          <p:nvPr/>
        </p:nvPicPr>
        <p:blipFill>
          <a:blip r:embed="rId5" cstate="screen">
            <a:extLst>
              <a:ext uri="{28A0092B-C50C-407E-A947-70E740481C1C}">
                <a14:useLocalDpi xmlns:a14="http://schemas.microsoft.com/office/drawing/2010/main" val="0"/>
              </a:ext>
            </a:extLst>
          </a:blip>
          <a:stretch>
            <a:fillRect/>
          </a:stretch>
        </p:blipFill>
        <p:spPr>
          <a:xfrm>
            <a:off x="3135551" y="1137677"/>
            <a:ext cx="2555267" cy="6008579"/>
          </a:xfrm>
          <a:prstGeom prst="rect">
            <a:avLst/>
          </a:prstGeom>
        </p:spPr>
      </p:pic>
      <p:sp>
        <p:nvSpPr>
          <p:cNvPr id="3" name="Text Placeholder 2">
            <a:extLst>
              <a:ext uri="{FF2B5EF4-FFF2-40B4-BE49-F238E27FC236}">
                <a16:creationId xmlns:a16="http://schemas.microsoft.com/office/drawing/2014/main" id="{D19AEC72-27C4-4556-93EC-C7570CE2148B}"/>
              </a:ext>
            </a:extLst>
          </p:cNvPr>
          <p:cNvSpPr>
            <a:spLocks noGrp="1"/>
          </p:cNvSpPr>
          <p:nvPr>
            <p:ph type="body" sz="quarter" idx="10" hasCustomPrompt="1"/>
          </p:nvPr>
        </p:nvSpPr>
        <p:spPr>
          <a:xfrm>
            <a:off x="446757" y="1600264"/>
            <a:ext cx="3641725" cy="1336675"/>
          </a:xfrm>
          <a:prstGeom prst="rect">
            <a:avLst/>
          </a:prstGeom>
        </p:spPr>
        <p:txBody>
          <a:bodyPr/>
          <a:lstStyle>
            <a:lvl1pPr marL="0" indent="0" algn="ctr">
              <a:buNone/>
              <a:defRPr sz="9600">
                <a:solidFill>
                  <a:srgbClr val="00B9E8"/>
                </a:solidFill>
                <a:latin typeface="Ubuntu" panose="020B0504030602030204" pitchFamily="34" charset="0"/>
              </a:defRPr>
            </a:lvl1pPr>
          </a:lstStyle>
          <a:p>
            <a:pPr lvl="0"/>
            <a:r>
              <a:rPr lang="en-US"/>
              <a:t>7</a:t>
            </a:r>
            <a:endParaRPr lang="en-GB"/>
          </a:p>
        </p:txBody>
      </p:sp>
      <p:grpSp>
        <p:nvGrpSpPr>
          <p:cNvPr id="13" name="Group 37">
            <a:extLst>
              <a:ext uri="{FF2B5EF4-FFF2-40B4-BE49-F238E27FC236}">
                <a16:creationId xmlns:a16="http://schemas.microsoft.com/office/drawing/2014/main" id="{66DB8712-4F4E-4114-B3E8-851145F3E59A}"/>
              </a:ext>
            </a:extLst>
          </p:cNvPr>
          <p:cNvGrpSpPr/>
          <p:nvPr/>
        </p:nvGrpSpPr>
        <p:grpSpPr>
          <a:xfrm>
            <a:off x="11559747" y="210928"/>
            <a:ext cx="413177" cy="382296"/>
            <a:chOff x="5481638" y="2859088"/>
            <a:chExt cx="1231900" cy="1139825"/>
          </a:xfrm>
          <a:solidFill>
            <a:schemeClr val="bg1"/>
          </a:solidFill>
        </p:grpSpPr>
        <p:sp>
          <p:nvSpPr>
            <p:cNvPr id="15" name="Freeform 320">
              <a:extLst>
                <a:ext uri="{FF2B5EF4-FFF2-40B4-BE49-F238E27FC236}">
                  <a16:creationId xmlns:a16="http://schemas.microsoft.com/office/drawing/2014/main" id="{46271D6B-FF3D-4B16-807C-A775621A0ED5}"/>
                </a:ext>
              </a:extLst>
            </p:cNvPr>
            <p:cNvSpPr>
              <a:spLocks/>
            </p:cNvSpPr>
            <p:nvPr userDrawn="1"/>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321">
              <a:extLst>
                <a:ext uri="{FF2B5EF4-FFF2-40B4-BE49-F238E27FC236}">
                  <a16:creationId xmlns:a16="http://schemas.microsoft.com/office/drawing/2014/main" id="{19B223FC-79E0-4FBE-B983-062163C65EED}"/>
                </a:ext>
              </a:extLst>
            </p:cNvPr>
            <p:cNvSpPr>
              <a:spLocks/>
            </p:cNvSpPr>
            <p:nvPr userDrawn="1"/>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38050155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30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1750"/>
                                  </p:stCondLst>
                                  <p:iterate type="wd">
                                    <p:tmPct val="16667"/>
                                  </p:iterate>
                                  <p:childTnLst>
                                    <p:set>
                                      <p:cBhvr>
                                        <p:cTn id="9" dur="1" fill="hold">
                                          <p:stCondLst>
                                            <p:cond delay="0"/>
                                          </p:stCondLst>
                                        </p:cTn>
                                        <p:tgtEl>
                                          <p:spTgt spid="14"/>
                                        </p:tgtEl>
                                        <p:attrNameLst>
                                          <p:attrName>style.visibility</p:attrName>
                                        </p:attrNameLst>
                                      </p:cBhvr>
                                      <p:to>
                                        <p:strVal val="visible"/>
                                      </p:to>
                                    </p:set>
                                    <p:animEffect transition="in" filter="fade">
                                      <p:cBhvr>
                                        <p:cTn id="10" dur="500"/>
                                        <p:tgtEl>
                                          <p:spTgt spid="14"/>
                                        </p:tgtEl>
                                      </p:cBhvr>
                                    </p:animEffect>
                                  </p:childTnLst>
                                </p:cTn>
                              </p:par>
                              <p:par>
                                <p:cTn id="11" presetID="64" presetClass="path" presetSubtype="0" decel="100000" fill="hold" grpId="1" nodeType="withEffect">
                                  <p:stCondLst>
                                    <p:cond delay="1750"/>
                                  </p:stCondLst>
                                  <p:iterate type="wd">
                                    <p:tmPct val="16667"/>
                                  </p:iterate>
                                  <p:childTnLst>
                                    <p:animMotion origin="layout" path="M 8.33333E-7 0.02615 L 8.33333E-7 3.7037E-6 " pathEditMode="relative" rAng="0" ptsTypes="AA">
                                      <p:cBhvr>
                                        <p:cTn id="12" dur="500" fill="hold"/>
                                        <p:tgtEl>
                                          <p:spTgt spid="14"/>
                                        </p:tgtEl>
                                        <p:attrNameLst>
                                          <p:attrName>ppt_x</p:attrName>
                                          <p:attrName>ppt_y</p:attrName>
                                        </p:attrNameLst>
                                      </p:cBhvr>
                                      <p:rCtr x="0" y="-1319"/>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4" grpId="1"/>
      <p:bldP spid="3" grpId="0">
        <p:tmplLst>
          <p:tmpl>
            <p:tnLst>
              <p:par>
                <p:cTn presetID="10" presetClass="entr" presetSubtype="0" fill="hold" nodeType="withEffect">
                  <p:stCondLst>
                    <p:cond delay="130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type="obj">
  <p:cSld name="2_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800" b="1" i="0">
                <a:solidFill>
                  <a:schemeClr val="bg1"/>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lang="en-IN"/>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C58CE557-2B1F-4819-8DD3-BBBE0F9DD1D7}" type="datetimeFigureOut">
              <a:rPr lang="en-IN" smtClean="0"/>
              <a:t>12-05-2026</a:t>
            </a:fld>
            <a:endParaRPr lang="en-IN"/>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34F619DC-6621-4077-8154-E70E5B576102}" type="slidenum">
              <a:rPr lang="en-IN" smtClean="0"/>
              <a:t>‹#›</a:t>
            </a:fld>
            <a:endParaRPr lang="en-IN"/>
          </a:p>
        </p:txBody>
      </p:sp>
    </p:spTree>
    <p:extLst>
      <p:ext uri="{BB962C8B-B14F-4D97-AF65-F5344CB8AC3E}">
        <p14:creationId xmlns:p14="http://schemas.microsoft.com/office/powerpoint/2010/main" val="228578819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1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10396231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1.emf"/><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oleObject" Target="../embeddings/oleObject1.bin"/><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ags" Target="../tags/tag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19"/>
            </p:custDataLst>
            <p:extLst>
              <p:ext uri="{D42A27DB-BD31-4B8C-83A1-F6EECF244321}">
                <p14:modId xmlns:p14="http://schemas.microsoft.com/office/powerpoint/2010/main" val="197578679"/>
              </p:ext>
            </p:ext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20" imgW="270" imgH="270" progId="TCLayout.ActiveDocument.1">
                  <p:embed/>
                </p:oleObj>
              </mc:Choice>
              <mc:Fallback>
                <p:oleObj name="think-cell Slide" r:id="rId20" imgW="270" imgH="270" progId="TCLayout.ActiveDocument.1">
                  <p:embed/>
                  <p:pic>
                    <p:nvPicPr>
                      <p:cNvPr id="21" name="Object 20" hidden="1"/>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p:spPr>
                  </p:pic>
                </p:oleObj>
              </mc:Fallback>
            </mc:AlternateContent>
          </a:graphicData>
        </a:graphic>
      </p:graphicFrame>
      <p:sp>
        <p:nvSpPr>
          <p:cNvPr id="4" name="Text Placeholder 1"/>
          <p:cNvSpPr>
            <a:spLocks noGrp="1"/>
          </p:cNvSpPr>
          <p:nvPr>
            <p:ph type="body" idx="1"/>
          </p:nvPr>
        </p:nvSpPr>
        <p:spPr>
          <a:xfrm>
            <a:off x="404813" y="1327150"/>
            <a:ext cx="11376880" cy="5135563"/>
          </a:xfrm>
          <a:prstGeom prst="rect">
            <a:avLst/>
          </a:prstGeom>
        </p:spPr>
        <p:txBody>
          <a:bodyPr vert="horz" lIns="0" tIns="0" rIns="0" bIns="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9" name="Title Placeholder 1"/>
          <p:cNvSpPr>
            <a:spLocks noGrp="1"/>
          </p:cNvSpPr>
          <p:nvPr>
            <p:ph type="title"/>
          </p:nvPr>
        </p:nvSpPr>
        <p:spPr>
          <a:xfrm>
            <a:off x="404813" y="388188"/>
            <a:ext cx="10947772" cy="716711"/>
          </a:xfrm>
          <a:prstGeom prst="rect">
            <a:avLst/>
          </a:prstGeom>
        </p:spPr>
        <p:txBody>
          <a:bodyPr vert="horz" lIns="0" tIns="0" rIns="0" bIns="0" rtlCol="0" anchor="b">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TITLE</a:t>
            </a:r>
            <a:endParaRPr lang="en-US"/>
          </a:p>
        </p:txBody>
      </p:sp>
      <p:grpSp>
        <p:nvGrpSpPr>
          <p:cNvPr id="3" name="Group 2">
            <a:extLst>
              <a:ext uri="{FF2B5EF4-FFF2-40B4-BE49-F238E27FC236}">
                <a16:creationId xmlns:a16="http://schemas.microsoft.com/office/drawing/2014/main" id="{7D254FA0-1CD0-4186-9223-F354145FAE6C}"/>
              </a:ext>
            </a:extLst>
          </p:cNvPr>
          <p:cNvGrpSpPr/>
          <p:nvPr/>
        </p:nvGrpSpPr>
        <p:grpSpPr>
          <a:xfrm>
            <a:off x="12295891" y="1659"/>
            <a:ext cx="360000" cy="2069166"/>
            <a:chOff x="12498114" y="115959"/>
            <a:chExt cx="360000" cy="2069166"/>
          </a:xfrm>
        </p:grpSpPr>
        <p:sp>
          <p:nvSpPr>
            <p:cNvPr id="11" name="Rectangle 10">
              <a:extLst>
                <a:ext uri="{FF2B5EF4-FFF2-40B4-BE49-F238E27FC236}">
                  <a16:creationId xmlns:a16="http://schemas.microsoft.com/office/drawing/2014/main" id="{EF1244FD-1856-4971-9A73-AD6DF3F42A90}"/>
                </a:ext>
              </a:extLst>
            </p:cNvPr>
            <p:cNvSpPr/>
            <p:nvPr/>
          </p:nvSpPr>
          <p:spPr>
            <a:xfrm>
              <a:off x="12498114" y="115959"/>
              <a:ext cx="360000" cy="406800"/>
            </a:xfrm>
            <a:prstGeom prst="rect">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1</a:t>
              </a:r>
            </a:p>
            <a:p>
              <a:pPr algn="ctr">
                <a:lnSpc>
                  <a:spcPct val="90000"/>
                </a:lnSpc>
                <a:spcAft>
                  <a:spcPts val="0"/>
                </a:spcAft>
              </a:pPr>
              <a:r>
                <a:rPr lang="en-GB" sz="700">
                  <a:latin typeface="Ubuntu" panose="020B0504030602030204" pitchFamily="34" charset="0"/>
                </a:rPr>
                <a:t>112</a:t>
              </a:r>
            </a:p>
            <a:p>
              <a:pPr algn="ctr">
                <a:lnSpc>
                  <a:spcPct val="90000"/>
                </a:lnSpc>
                <a:spcAft>
                  <a:spcPts val="0"/>
                </a:spcAft>
              </a:pPr>
              <a:r>
                <a:rPr lang="en-GB" sz="700">
                  <a:latin typeface="Ubuntu" panose="020B0504030602030204" pitchFamily="34" charset="0"/>
                </a:rPr>
                <a:t>173</a:t>
              </a:r>
            </a:p>
          </p:txBody>
        </p:sp>
        <p:sp>
          <p:nvSpPr>
            <p:cNvPr id="12" name="Rectangle 11">
              <a:extLst>
                <a:ext uri="{FF2B5EF4-FFF2-40B4-BE49-F238E27FC236}">
                  <a16:creationId xmlns:a16="http://schemas.microsoft.com/office/drawing/2014/main" id="{22B40C78-6F20-4C95-AB26-B29FEC0FF747}"/>
                </a:ext>
              </a:extLst>
            </p:cNvPr>
            <p:cNvSpPr/>
            <p:nvPr/>
          </p:nvSpPr>
          <p:spPr>
            <a:xfrm>
              <a:off x="12498114" y="533371"/>
              <a:ext cx="360000" cy="406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solidFill>
                    <a:schemeClr val="tx1"/>
                  </a:solidFill>
                  <a:latin typeface="Ubuntu" panose="020B0504030602030204" pitchFamily="34" charset="0"/>
                </a:rPr>
                <a:t>18</a:t>
              </a:r>
            </a:p>
            <a:p>
              <a:pPr algn="ctr">
                <a:lnSpc>
                  <a:spcPct val="90000"/>
                </a:lnSpc>
                <a:spcAft>
                  <a:spcPts val="0"/>
                </a:spcAft>
              </a:pPr>
              <a:r>
                <a:rPr lang="en-GB" sz="700">
                  <a:solidFill>
                    <a:schemeClr val="tx1"/>
                  </a:solidFill>
                  <a:latin typeface="Ubuntu" panose="020B0504030602030204" pitchFamily="34" charset="0"/>
                </a:rPr>
                <a:t>171</a:t>
              </a:r>
            </a:p>
            <a:p>
              <a:pPr algn="ctr">
                <a:lnSpc>
                  <a:spcPct val="90000"/>
                </a:lnSpc>
                <a:spcAft>
                  <a:spcPts val="0"/>
                </a:spcAft>
              </a:pPr>
              <a:r>
                <a:rPr lang="en-GB" sz="700">
                  <a:solidFill>
                    <a:schemeClr val="tx1"/>
                  </a:solidFill>
                  <a:latin typeface="Ubuntu" panose="020B0504030602030204" pitchFamily="34" charset="0"/>
                </a:rPr>
                <a:t>219</a:t>
              </a:r>
            </a:p>
          </p:txBody>
        </p:sp>
        <p:sp>
          <p:nvSpPr>
            <p:cNvPr id="13" name="Rectangle 12">
              <a:extLst>
                <a:ext uri="{FF2B5EF4-FFF2-40B4-BE49-F238E27FC236}">
                  <a16:creationId xmlns:a16="http://schemas.microsoft.com/office/drawing/2014/main" id="{1AED4E7D-39CE-49AE-9D4C-16EA940CBE5F}"/>
                </a:ext>
              </a:extLst>
            </p:cNvPr>
            <p:cNvSpPr/>
            <p:nvPr/>
          </p:nvSpPr>
          <p:spPr>
            <a:xfrm>
              <a:off x="12498114" y="950783"/>
              <a:ext cx="360000" cy="406800"/>
            </a:xfrm>
            <a:prstGeom prst="rect">
              <a:avLst/>
            </a:prstGeom>
            <a:solidFill>
              <a:srgbClr val="2B0A3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43</a:t>
              </a:r>
            </a:p>
            <a:p>
              <a:pPr algn="ctr">
                <a:lnSpc>
                  <a:spcPct val="90000"/>
                </a:lnSpc>
                <a:spcAft>
                  <a:spcPts val="0"/>
                </a:spcAft>
              </a:pPr>
              <a:r>
                <a:rPr lang="en-GB" sz="700">
                  <a:latin typeface="Ubuntu" panose="020B0504030602030204" pitchFamily="34" charset="0"/>
                </a:rPr>
                <a:t>10</a:t>
              </a:r>
            </a:p>
            <a:p>
              <a:pPr algn="ctr">
                <a:lnSpc>
                  <a:spcPct val="90000"/>
                </a:lnSpc>
                <a:spcAft>
                  <a:spcPts val="0"/>
                </a:spcAft>
              </a:pPr>
              <a:r>
                <a:rPr lang="en-GB" sz="700">
                  <a:latin typeface="Ubuntu" panose="020B0504030602030204" pitchFamily="34" charset="0"/>
                </a:rPr>
                <a:t>61</a:t>
              </a:r>
            </a:p>
          </p:txBody>
        </p:sp>
        <p:sp>
          <p:nvSpPr>
            <p:cNvPr id="14" name="Rectangle 13">
              <a:extLst>
                <a:ext uri="{FF2B5EF4-FFF2-40B4-BE49-F238E27FC236}">
                  <a16:creationId xmlns:a16="http://schemas.microsoft.com/office/drawing/2014/main" id="{392DC803-B0F7-4D0E-81CA-9DDCB14FA42C}"/>
                </a:ext>
              </a:extLst>
            </p:cNvPr>
            <p:cNvSpPr/>
            <p:nvPr/>
          </p:nvSpPr>
          <p:spPr>
            <a:xfrm>
              <a:off x="12498114" y="1364202"/>
              <a:ext cx="360000" cy="4068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39</a:t>
              </a:r>
            </a:p>
            <a:p>
              <a:pPr algn="ctr">
                <a:lnSpc>
                  <a:spcPct val="90000"/>
                </a:lnSpc>
                <a:spcAft>
                  <a:spcPts val="0"/>
                </a:spcAft>
              </a:pPr>
              <a:r>
                <a:rPr lang="en-GB" sz="700">
                  <a:latin typeface="Ubuntu" panose="020B0504030602030204" pitchFamily="34" charset="0"/>
                </a:rPr>
                <a:t>41</a:t>
              </a:r>
            </a:p>
            <a:p>
              <a:pPr algn="ctr">
                <a:lnSpc>
                  <a:spcPct val="90000"/>
                </a:lnSpc>
                <a:spcAft>
                  <a:spcPts val="0"/>
                </a:spcAft>
              </a:pPr>
              <a:r>
                <a:rPr lang="en-GB" sz="700">
                  <a:latin typeface="Ubuntu" panose="020B0504030602030204" pitchFamily="34" charset="0"/>
                </a:rPr>
                <a:t>54</a:t>
              </a:r>
            </a:p>
          </p:txBody>
        </p:sp>
        <p:sp>
          <p:nvSpPr>
            <p:cNvPr id="63" name="Rectangle 62">
              <a:extLst>
                <a:ext uri="{FF2B5EF4-FFF2-40B4-BE49-F238E27FC236}">
                  <a16:creationId xmlns:a16="http://schemas.microsoft.com/office/drawing/2014/main" id="{B60470E2-9B98-4C49-AC1B-A56CD2EB54B9}"/>
                </a:ext>
              </a:extLst>
            </p:cNvPr>
            <p:cNvSpPr/>
            <p:nvPr/>
          </p:nvSpPr>
          <p:spPr>
            <a:xfrm>
              <a:off x="12498114" y="1778325"/>
              <a:ext cx="360000" cy="406800"/>
            </a:xfrm>
            <a:prstGeom prst="rect">
              <a:avLst/>
            </a:prstGeom>
            <a:solidFill>
              <a:schemeClr val="bg2"/>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solidFill>
                    <a:schemeClr val="tx1"/>
                  </a:solidFill>
                  <a:latin typeface="Ubuntu" panose="020B0504030602030204" pitchFamily="34" charset="0"/>
                </a:rPr>
                <a:t>236</a:t>
              </a:r>
            </a:p>
            <a:p>
              <a:pPr algn="ctr">
                <a:lnSpc>
                  <a:spcPct val="90000"/>
                </a:lnSpc>
                <a:spcAft>
                  <a:spcPts val="0"/>
                </a:spcAft>
              </a:pPr>
              <a:r>
                <a:rPr lang="en-GB" sz="700">
                  <a:solidFill>
                    <a:schemeClr val="tx1"/>
                  </a:solidFill>
                  <a:latin typeface="Ubuntu" panose="020B0504030602030204" pitchFamily="34" charset="0"/>
                </a:rPr>
                <a:t>236</a:t>
              </a:r>
            </a:p>
            <a:p>
              <a:pPr algn="ctr">
                <a:lnSpc>
                  <a:spcPct val="90000"/>
                </a:lnSpc>
                <a:spcAft>
                  <a:spcPts val="0"/>
                </a:spcAft>
              </a:pPr>
              <a:r>
                <a:rPr lang="en-GB" sz="700">
                  <a:solidFill>
                    <a:schemeClr val="tx1"/>
                  </a:solidFill>
                  <a:latin typeface="Ubuntu" panose="020B0504030602030204" pitchFamily="34" charset="0"/>
                </a:rPr>
                <a:t>236</a:t>
              </a:r>
            </a:p>
          </p:txBody>
        </p:sp>
      </p:grpSp>
      <p:grpSp>
        <p:nvGrpSpPr>
          <p:cNvPr id="4096" name="Groupe 4095">
            <a:extLst>
              <a:ext uri="{FF2B5EF4-FFF2-40B4-BE49-F238E27FC236}">
                <a16:creationId xmlns:a16="http://schemas.microsoft.com/office/drawing/2014/main" id="{4ADC82C4-641D-4930-B946-DC8978F5F98C}"/>
              </a:ext>
            </a:extLst>
          </p:cNvPr>
          <p:cNvGrpSpPr/>
          <p:nvPr/>
        </p:nvGrpSpPr>
        <p:grpSpPr>
          <a:xfrm>
            <a:off x="12295891" y="4289244"/>
            <a:ext cx="1462993" cy="2058800"/>
            <a:chOff x="12432704" y="1992581"/>
            <a:chExt cx="1462993" cy="2058800"/>
          </a:xfrm>
        </p:grpSpPr>
        <p:sp>
          <p:nvSpPr>
            <p:cNvPr id="41" name="Forme libre : forme 40">
              <a:extLst>
                <a:ext uri="{FF2B5EF4-FFF2-40B4-BE49-F238E27FC236}">
                  <a16:creationId xmlns:a16="http://schemas.microsoft.com/office/drawing/2014/main" id="{EC826880-5A3C-4E1C-81B2-A1CB9E331DC3}"/>
                </a:ext>
              </a:extLst>
            </p:cNvPr>
            <p:cNvSpPr/>
            <p:nvPr/>
          </p:nvSpPr>
          <p:spPr>
            <a:xfrm>
              <a:off x="12800391"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8E12"/>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142</a:t>
              </a:r>
            </a:p>
            <a:p>
              <a:pPr algn="ctr">
                <a:lnSpc>
                  <a:spcPct val="90000"/>
                </a:lnSpc>
                <a:spcAft>
                  <a:spcPts val="0"/>
                </a:spcAft>
              </a:pPr>
              <a:r>
                <a:rPr lang="en-US" sz="700">
                  <a:latin typeface="Ubuntu" panose="020B0504030602030204" pitchFamily="34" charset="0"/>
                </a:rPr>
                <a:t>18</a:t>
              </a:r>
            </a:p>
          </p:txBody>
        </p:sp>
        <p:sp>
          <p:nvSpPr>
            <p:cNvPr id="42" name="Forme libre : forme 41">
              <a:extLst>
                <a:ext uri="{FF2B5EF4-FFF2-40B4-BE49-F238E27FC236}">
                  <a16:creationId xmlns:a16="http://schemas.microsoft.com/office/drawing/2014/main" id="{44796AC3-FBF9-498C-9326-20ACFCF63EE6}"/>
                </a:ext>
              </a:extLst>
            </p:cNvPr>
            <p:cNvSpPr/>
            <p:nvPr/>
          </p:nvSpPr>
          <p:spPr>
            <a:xfrm>
              <a:off x="12800391"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9C29"/>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156</a:t>
              </a:r>
            </a:p>
            <a:p>
              <a:pPr algn="ctr">
                <a:lnSpc>
                  <a:spcPct val="90000"/>
                </a:lnSpc>
                <a:spcAft>
                  <a:spcPts val="0"/>
                </a:spcAft>
              </a:pPr>
              <a:r>
                <a:rPr lang="en-US" sz="700">
                  <a:latin typeface="Ubuntu" panose="020B0504030602030204" pitchFamily="34" charset="0"/>
                </a:rPr>
                <a:t>41</a:t>
              </a:r>
            </a:p>
          </p:txBody>
        </p:sp>
        <p:sp>
          <p:nvSpPr>
            <p:cNvPr id="43" name="Forme libre : forme 42">
              <a:extLst>
                <a:ext uri="{FF2B5EF4-FFF2-40B4-BE49-F238E27FC236}">
                  <a16:creationId xmlns:a16="http://schemas.microsoft.com/office/drawing/2014/main" id="{2D1DB5D7-2017-4A8F-80D6-C8641C9CE84C}"/>
                </a:ext>
              </a:extLst>
            </p:cNvPr>
            <p:cNvSpPr/>
            <p:nvPr/>
          </p:nvSpPr>
          <p:spPr>
            <a:xfrm>
              <a:off x="12800391"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B24A"/>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178</a:t>
              </a:r>
            </a:p>
            <a:p>
              <a:pPr algn="ctr">
                <a:lnSpc>
                  <a:spcPct val="90000"/>
                </a:lnSpc>
                <a:spcAft>
                  <a:spcPts val="0"/>
                </a:spcAft>
              </a:pPr>
              <a:r>
                <a:rPr lang="en-US" sz="700">
                  <a:latin typeface="Ubuntu" panose="020B0504030602030204" pitchFamily="34" charset="0"/>
                </a:rPr>
                <a:t>74</a:t>
              </a:r>
            </a:p>
          </p:txBody>
        </p:sp>
        <p:sp>
          <p:nvSpPr>
            <p:cNvPr id="44" name="Forme libre : forme 43">
              <a:extLst>
                <a:ext uri="{FF2B5EF4-FFF2-40B4-BE49-F238E27FC236}">
                  <a16:creationId xmlns:a16="http://schemas.microsoft.com/office/drawing/2014/main" id="{92191BDF-6BAB-45F9-9FA1-89C34179FD61}"/>
                </a:ext>
              </a:extLst>
            </p:cNvPr>
            <p:cNvSpPr/>
            <p:nvPr/>
          </p:nvSpPr>
          <p:spPr>
            <a:xfrm>
              <a:off x="12800391"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068"/>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208</a:t>
              </a:r>
            </a:p>
            <a:p>
              <a:pPr algn="ctr">
                <a:lnSpc>
                  <a:spcPct val="90000"/>
                </a:lnSpc>
                <a:spcAft>
                  <a:spcPts val="0"/>
                </a:spcAft>
              </a:pPr>
              <a:r>
                <a:rPr lang="en-US" sz="700">
                  <a:latin typeface="Ubuntu" panose="020B0504030602030204" pitchFamily="34" charset="0"/>
                </a:rPr>
                <a:t>104</a:t>
              </a:r>
            </a:p>
          </p:txBody>
        </p:sp>
        <p:sp>
          <p:nvSpPr>
            <p:cNvPr id="45" name="Forme libre : forme 44">
              <a:extLst>
                <a:ext uri="{FF2B5EF4-FFF2-40B4-BE49-F238E27FC236}">
                  <a16:creationId xmlns:a16="http://schemas.microsoft.com/office/drawing/2014/main" id="{EF971F25-4035-43BA-BC8C-22E9B837A713}"/>
                </a:ext>
              </a:extLst>
            </p:cNvPr>
            <p:cNvSpPr/>
            <p:nvPr/>
          </p:nvSpPr>
          <p:spPr>
            <a:xfrm>
              <a:off x="12800391"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A80"/>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218</a:t>
              </a:r>
            </a:p>
            <a:p>
              <a:pPr algn="ctr">
                <a:lnSpc>
                  <a:spcPct val="90000"/>
                </a:lnSpc>
                <a:spcAft>
                  <a:spcPts val="0"/>
                </a:spcAft>
              </a:pPr>
              <a:r>
                <a:rPr lang="en-US" sz="700">
                  <a:latin typeface="Ubuntu" panose="020B0504030602030204" pitchFamily="34" charset="0"/>
                </a:rPr>
                <a:t>128</a:t>
              </a:r>
            </a:p>
          </p:txBody>
        </p:sp>
        <p:sp>
          <p:nvSpPr>
            <p:cNvPr id="46" name="Forme libre : forme 45">
              <a:extLst>
                <a:ext uri="{FF2B5EF4-FFF2-40B4-BE49-F238E27FC236}">
                  <a16:creationId xmlns:a16="http://schemas.microsoft.com/office/drawing/2014/main" id="{F5691FCB-A410-4C6B-963D-15CCFA8EB678}"/>
                </a:ext>
              </a:extLst>
            </p:cNvPr>
            <p:cNvSpPr/>
            <p:nvPr/>
          </p:nvSpPr>
          <p:spPr>
            <a:xfrm>
              <a:off x="13168875"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42142E"/>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66</a:t>
              </a:r>
            </a:p>
            <a:p>
              <a:pPr algn="ctr">
                <a:lnSpc>
                  <a:spcPct val="90000"/>
                </a:lnSpc>
                <a:spcAft>
                  <a:spcPts val="0"/>
                </a:spcAft>
              </a:pPr>
              <a:r>
                <a:rPr lang="en-US" sz="700">
                  <a:solidFill>
                    <a:schemeClr val="bg1"/>
                  </a:solidFill>
                  <a:latin typeface="Ubuntu" panose="020B0504030602030204" pitchFamily="34" charset="0"/>
                </a:rPr>
                <a:t>20</a:t>
              </a:r>
            </a:p>
            <a:p>
              <a:pPr algn="ctr">
                <a:lnSpc>
                  <a:spcPct val="90000"/>
                </a:lnSpc>
                <a:spcAft>
                  <a:spcPts val="0"/>
                </a:spcAft>
              </a:pPr>
              <a:r>
                <a:rPr lang="en-US" sz="700">
                  <a:solidFill>
                    <a:schemeClr val="bg1"/>
                  </a:solidFill>
                  <a:latin typeface="Ubuntu" panose="020B0504030602030204" pitchFamily="34" charset="0"/>
                </a:rPr>
                <a:t>46</a:t>
              </a:r>
            </a:p>
          </p:txBody>
        </p:sp>
        <p:sp>
          <p:nvSpPr>
            <p:cNvPr id="47" name="Forme libre : forme 46">
              <a:extLst>
                <a:ext uri="{FF2B5EF4-FFF2-40B4-BE49-F238E27FC236}">
                  <a16:creationId xmlns:a16="http://schemas.microsoft.com/office/drawing/2014/main" id="{D0F79893-1FFE-4F7F-B020-867CE988C67E}"/>
                </a:ext>
              </a:extLst>
            </p:cNvPr>
            <p:cNvSpPr/>
            <p:nvPr/>
          </p:nvSpPr>
          <p:spPr>
            <a:xfrm>
              <a:off x="13168875"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90A42"/>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89</a:t>
              </a:r>
            </a:p>
            <a:p>
              <a:pPr algn="ctr">
                <a:lnSpc>
                  <a:spcPct val="90000"/>
                </a:lnSpc>
                <a:spcAft>
                  <a:spcPts val="0"/>
                </a:spcAft>
              </a:pPr>
              <a:r>
                <a:rPr lang="en-US" sz="700">
                  <a:solidFill>
                    <a:schemeClr val="bg1"/>
                  </a:solidFill>
                  <a:latin typeface="Ubuntu" panose="020B0504030602030204" pitchFamily="34" charset="0"/>
                </a:rPr>
                <a:t>10</a:t>
              </a:r>
            </a:p>
            <a:p>
              <a:pPr algn="ctr">
                <a:lnSpc>
                  <a:spcPct val="90000"/>
                </a:lnSpc>
                <a:spcAft>
                  <a:spcPts val="0"/>
                </a:spcAft>
              </a:pPr>
              <a:r>
                <a:rPr lang="en-US" sz="700">
                  <a:solidFill>
                    <a:schemeClr val="bg1"/>
                  </a:solidFill>
                  <a:latin typeface="Ubuntu" panose="020B0504030602030204" pitchFamily="34" charset="0"/>
                </a:rPr>
                <a:t>66</a:t>
              </a:r>
            </a:p>
          </p:txBody>
        </p:sp>
        <p:sp>
          <p:nvSpPr>
            <p:cNvPr id="48" name="Forme libre : forme 47">
              <a:extLst>
                <a:ext uri="{FF2B5EF4-FFF2-40B4-BE49-F238E27FC236}">
                  <a16:creationId xmlns:a16="http://schemas.microsoft.com/office/drawing/2014/main" id="{4BC28B06-4332-436B-9E8F-27299D73CB0F}"/>
                </a:ext>
              </a:extLst>
            </p:cNvPr>
            <p:cNvSpPr/>
            <p:nvPr/>
          </p:nvSpPr>
          <p:spPr>
            <a:xfrm>
              <a:off x="13168875"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750D5C"/>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117</a:t>
              </a:r>
            </a:p>
            <a:p>
              <a:pPr algn="ctr">
                <a:lnSpc>
                  <a:spcPct val="90000"/>
                </a:lnSpc>
                <a:spcAft>
                  <a:spcPts val="0"/>
                </a:spcAft>
              </a:pPr>
              <a:r>
                <a:rPr lang="en-US" sz="700">
                  <a:solidFill>
                    <a:schemeClr val="bg1"/>
                  </a:solidFill>
                  <a:latin typeface="Ubuntu" panose="020B0504030602030204" pitchFamily="34" charset="0"/>
                </a:rPr>
                <a:t>13</a:t>
              </a:r>
            </a:p>
            <a:p>
              <a:pPr algn="ctr">
                <a:lnSpc>
                  <a:spcPct val="90000"/>
                </a:lnSpc>
                <a:spcAft>
                  <a:spcPts val="0"/>
                </a:spcAft>
              </a:pPr>
              <a:r>
                <a:rPr lang="en-US" sz="700">
                  <a:solidFill>
                    <a:schemeClr val="bg1"/>
                  </a:solidFill>
                  <a:latin typeface="Ubuntu" panose="020B0504030602030204" pitchFamily="34" charset="0"/>
                </a:rPr>
                <a:t>92</a:t>
              </a:r>
            </a:p>
          </p:txBody>
        </p:sp>
        <p:sp>
          <p:nvSpPr>
            <p:cNvPr id="49" name="Forme libre : forme 48">
              <a:extLst>
                <a:ext uri="{FF2B5EF4-FFF2-40B4-BE49-F238E27FC236}">
                  <a16:creationId xmlns:a16="http://schemas.microsoft.com/office/drawing/2014/main" id="{90419B70-8C46-4DE8-9DD4-F2A6106ED6F5}"/>
                </a:ext>
              </a:extLst>
            </p:cNvPr>
            <p:cNvSpPr/>
            <p:nvPr/>
          </p:nvSpPr>
          <p:spPr>
            <a:xfrm>
              <a:off x="13168875"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02B73"/>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128</a:t>
              </a:r>
            </a:p>
            <a:p>
              <a:pPr algn="ctr">
                <a:lnSpc>
                  <a:spcPct val="90000"/>
                </a:lnSpc>
                <a:spcAft>
                  <a:spcPts val="0"/>
                </a:spcAft>
              </a:pPr>
              <a:r>
                <a:rPr lang="en-US" sz="700">
                  <a:solidFill>
                    <a:schemeClr val="bg1"/>
                  </a:solidFill>
                  <a:latin typeface="Ubuntu" panose="020B0504030602030204" pitchFamily="34" charset="0"/>
                </a:rPr>
                <a:t>43</a:t>
              </a:r>
            </a:p>
            <a:p>
              <a:pPr algn="ctr">
                <a:lnSpc>
                  <a:spcPct val="90000"/>
                </a:lnSpc>
                <a:spcAft>
                  <a:spcPts val="0"/>
                </a:spcAft>
              </a:pPr>
              <a:r>
                <a:rPr lang="en-US" sz="700">
                  <a:solidFill>
                    <a:schemeClr val="bg1"/>
                  </a:solidFill>
                  <a:latin typeface="Ubuntu" panose="020B0504030602030204" pitchFamily="34" charset="0"/>
                </a:rPr>
                <a:t>115</a:t>
              </a:r>
            </a:p>
          </p:txBody>
        </p:sp>
        <p:sp>
          <p:nvSpPr>
            <p:cNvPr id="50" name="Forme libre : forme 49">
              <a:extLst>
                <a:ext uri="{FF2B5EF4-FFF2-40B4-BE49-F238E27FC236}">
                  <a16:creationId xmlns:a16="http://schemas.microsoft.com/office/drawing/2014/main" id="{0A0CFFBA-E8FE-434D-9D74-BB9F352B4723}"/>
                </a:ext>
              </a:extLst>
            </p:cNvPr>
            <p:cNvSpPr/>
            <p:nvPr/>
          </p:nvSpPr>
          <p:spPr>
            <a:xfrm>
              <a:off x="13168875"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9E47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158</a:t>
              </a:r>
            </a:p>
            <a:p>
              <a:pPr algn="ctr">
                <a:lnSpc>
                  <a:spcPct val="90000"/>
                </a:lnSpc>
                <a:spcAft>
                  <a:spcPts val="0"/>
                </a:spcAft>
              </a:pPr>
              <a:r>
                <a:rPr lang="en-US" sz="700">
                  <a:solidFill>
                    <a:schemeClr val="bg1"/>
                  </a:solidFill>
                  <a:latin typeface="Ubuntu" panose="020B0504030602030204" pitchFamily="34" charset="0"/>
                </a:rPr>
                <a:t>71</a:t>
              </a:r>
            </a:p>
            <a:p>
              <a:pPr algn="ctr">
                <a:lnSpc>
                  <a:spcPct val="90000"/>
                </a:lnSpc>
                <a:spcAft>
                  <a:spcPts val="0"/>
                </a:spcAft>
              </a:pPr>
              <a:r>
                <a:rPr lang="en-US" sz="700">
                  <a:solidFill>
                    <a:schemeClr val="bg1"/>
                  </a:solidFill>
                  <a:latin typeface="Ubuntu" panose="020B0504030602030204" pitchFamily="34" charset="0"/>
                </a:rPr>
                <a:t>128</a:t>
              </a:r>
            </a:p>
          </p:txBody>
        </p:sp>
        <p:sp>
          <p:nvSpPr>
            <p:cNvPr id="51" name="Forme libre : forme 50">
              <a:extLst>
                <a:ext uri="{FF2B5EF4-FFF2-40B4-BE49-F238E27FC236}">
                  <a16:creationId xmlns:a16="http://schemas.microsoft.com/office/drawing/2014/main" id="{D041A42A-2FF1-4516-85CE-87051937629F}"/>
                </a:ext>
              </a:extLst>
            </p:cNvPr>
            <p:cNvSpPr/>
            <p:nvPr/>
          </p:nvSpPr>
          <p:spPr>
            <a:xfrm>
              <a:off x="13535697"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6001A"/>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166</a:t>
              </a:r>
            </a:p>
            <a:p>
              <a:pPr algn="ctr">
                <a:lnSpc>
                  <a:spcPct val="90000"/>
                </a:lnSpc>
                <a:spcAft>
                  <a:spcPts val="0"/>
                </a:spcAft>
              </a:pPr>
              <a:r>
                <a:rPr lang="en-US" sz="700">
                  <a:solidFill>
                    <a:schemeClr val="bg1"/>
                  </a:solidFill>
                  <a:latin typeface="Ubuntu" panose="020B0504030602030204" pitchFamily="34" charset="0"/>
                </a:rPr>
                <a:t>0</a:t>
              </a:r>
            </a:p>
            <a:p>
              <a:pPr algn="ctr">
                <a:lnSpc>
                  <a:spcPct val="90000"/>
                </a:lnSpc>
                <a:spcAft>
                  <a:spcPts val="0"/>
                </a:spcAft>
              </a:pPr>
              <a:r>
                <a:rPr lang="en-US" sz="700">
                  <a:solidFill>
                    <a:schemeClr val="bg1"/>
                  </a:solidFill>
                  <a:latin typeface="Ubuntu" panose="020B0504030602030204" pitchFamily="34" charset="0"/>
                </a:rPr>
                <a:t>26</a:t>
              </a:r>
            </a:p>
          </p:txBody>
        </p:sp>
        <p:sp>
          <p:nvSpPr>
            <p:cNvPr id="52" name="Forme libre : forme 51">
              <a:extLst>
                <a:ext uri="{FF2B5EF4-FFF2-40B4-BE49-F238E27FC236}">
                  <a16:creationId xmlns:a16="http://schemas.microsoft.com/office/drawing/2014/main" id="{02084D3E-01E3-4506-9076-881D83455262}"/>
                </a:ext>
              </a:extLst>
            </p:cNvPr>
            <p:cNvSpPr/>
            <p:nvPr/>
          </p:nvSpPr>
          <p:spPr>
            <a:xfrm>
              <a:off x="13535697"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30021"/>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227</a:t>
              </a:r>
            </a:p>
            <a:p>
              <a:pPr algn="ctr">
                <a:lnSpc>
                  <a:spcPct val="90000"/>
                </a:lnSpc>
                <a:spcAft>
                  <a:spcPts val="0"/>
                </a:spcAft>
              </a:pPr>
              <a:r>
                <a:rPr lang="en-US" sz="700">
                  <a:solidFill>
                    <a:schemeClr val="bg1"/>
                  </a:solidFill>
                  <a:latin typeface="Ubuntu" panose="020B0504030602030204" pitchFamily="34" charset="0"/>
                </a:rPr>
                <a:t>03</a:t>
              </a:r>
            </a:p>
            <a:p>
              <a:pPr algn="ctr">
                <a:lnSpc>
                  <a:spcPct val="90000"/>
                </a:lnSpc>
                <a:spcAft>
                  <a:spcPts val="0"/>
                </a:spcAft>
              </a:pPr>
              <a:r>
                <a:rPr lang="en-US" sz="700">
                  <a:solidFill>
                    <a:schemeClr val="bg1"/>
                  </a:solidFill>
                  <a:latin typeface="Ubuntu" panose="020B0504030602030204" pitchFamily="34" charset="0"/>
                </a:rPr>
                <a:t>33</a:t>
              </a:r>
            </a:p>
          </p:txBody>
        </p:sp>
        <p:sp>
          <p:nvSpPr>
            <p:cNvPr id="53" name="Forme libre : forme 52">
              <a:extLst>
                <a:ext uri="{FF2B5EF4-FFF2-40B4-BE49-F238E27FC236}">
                  <a16:creationId xmlns:a16="http://schemas.microsoft.com/office/drawing/2014/main" id="{96939CDC-56D5-42B9-843A-231E1C541E5D}"/>
                </a:ext>
              </a:extLst>
            </p:cNvPr>
            <p:cNvSpPr/>
            <p:nvPr/>
          </p:nvSpPr>
          <p:spPr>
            <a:xfrm>
              <a:off x="13535697"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304D"/>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48</a:t>
              </a:r>
            </a:p>
            <a:p>
              <a:pPr algn="ctr">
                <a:lnSpc>
                  <a:spcPct val="90000"/>
                </a:lnSpc>
                <a:spcAft>
                  <a:spcPts val="0"/>
                </a:spcAft>
              </a:pPr>
              <a:r>
                <a:rPr lang="en-US" sz="700">
                  <a:latin typeface="Ubuntu" panose="020B0504030602030204" pitchFamily="34" charset="0"/>
                </a:rPr>
                <a:t>77</a:t>
              </a:r>
            </a:p>
          </p:txBody>
        </p:sp>
        <p:sp>
          <p:nvSpPr>
            <p:cNvPr id="54" name="Forme libre : forme 53">
              <a:extLst>
                <a:ext uri="{FF2B5EF4-FFF2-40B4-BE49-F238E27FC236}">
                  <a16:creationId xmlns:a16="http://schemas.microsoft.com/office/drawing/2014/main" id="{66B49780-B844-4D04-8283-E12AAC6933AF}"/>
                </a:ext>
              </a:extLst>
            </p:cNvPr>
            <p:cNvSpPr/>
            <p:nvPr/>
          </p:nvSpPr>
          <p:spPr>
            <a:xfrm>
              <a:off x="13535697"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455E"/>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69</a:t>
              </a:r>
            </a:p>
            <a:p>
              <a:pPr algn="ctr">
                <a:lnSpc>
                  <a:spcPct val="90000"/>
                </a:lnSpc>
                <a:spcAft>
                  <a:spcPts val="0"/>
                </a:spcAft>
              </a:pPr>
              <a:r>
                <a:rPr lang="en-US" sz="700">
                  <a:latin typeface="Ubuntu" panose="020B0504030602030204" pitchFamily="34" charset="0"/>
                </a:rPr>
                <a:t>94</a:t>
              </a:r>
            </a:p>
          </p:txBody>
        </p:sp>
        <p:sp>
          <p:nvSpPr>
            <p:cNvPr id="55" name="Forme libre : forme 54">
              <a:extLst>
                <a:ext uri="{FF2B5EF4-FFF2-40B4-BE49-F238E27FC236}">
                  <a16:creationId xmlns:a16="http://schemas.microsoft.com/office/drawing/2014/main" id="{FF82BEF1-5FD1-4558-9313-1606ABF3D69C}"/>
                </a:ext>
              </a:extLst>
            </p:cNvPr>
            <p:cNvSpPr/>
            <p:nvPr/>
          </p:nvSpPr>
          <p:spPr>
            <a:xfrm>
              <a:off x="13535697"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5770"/>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87</a:t>
              </a:r>
            </a:p>
            <a:p>
              <a:pPr algn="ctr">
                <a:lnSpc>
                  <a:spcPct val="90000"/>
                </a:lnSpc>
                <a:spcAft>
                  <a:spcPts val="0"/>
                </a:spcAft>
              </a:pPr>
              <a:r>
                <a:rPr lang="en-US" sz="700">
                  <a:latin typeface="Ubuntu" panose="020B0504030602030204" pitchFamily="34" charset="0"/>
                </a:rPr>
                <a:t>112</a:t>
              </a:r>
            </a:p>
          </p:txBody>
        </p:sp>
        <p:sp>
          <p:nvSpPr>
            <p:cNvPr id="56" name="Forme libre : forme 55">
              <a:extLst>
                <a:ext uri="{FF2B5EF4-FFF2-40B4-BE49-F238E27FC236}">
                  <a16:creationId xmlns:a16="http://schemas.microsoft.com/office/drawing/2014/main" id="{86AAEC8D-AC95-4215-80AB-61B5B47B8691}"/>
                </a:ext>
              </a:extLst>
            </p:cNvPr>
            <p:cNvSpPr/>
            <p:nvPr/>
          </p:nvSpPr>
          <p:spPr>
            <a:xfrm>
              <a:off x="12432704"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11B6F"/>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129</a:t>
              </a:r>
            </a:p>
            <a:p>
              <a:pPr algn="ctr">
                <a:lnSpc>
                  <a:spcPct val="90000"/>
                </a:lnSpc>
                <a:spcAft>
                  <a:spcPts val="0"/>
                </a:spcAft>
              </a:pPr>
              <a:r>
                <a:rPr lang="en-US" sz="700">
                  <a:solidFill>
                    <a:schemeClr val="bg1"/>
                  </a:solidFill>
                  <a:latin typeface="Ubuntu" panose="020B0504030602030204" pitchFamily="34" charset="0"/>
                </a:rPr>
                <a:t>27</a:t>
              </a:r>
            </a:p>
            <a:p>
              <a:pPr algn="ctr">
                <a:lnSpc>
                  <a:spcPct val="90000"/>
                </a:lnSpc>
                <a:spcAft>
                  <a:spcPts val="0"/>
                </a:spcAft>
              </a:pPr>
              <a:r>
                <a:rPr lang="en-US" sz="700">
                  <a:solidFill>
                    <a:schemeClr val="bg1"/>
                  </a:solidFill>
                  <a:latin typeface="Ubuntu" panose="020B0504030602030204" pitchFamily="34" charset="0"/>
                </a:rPr>
                <a:t>111</a:t>
              </a:r>
            </a:p>
          </p:txBody>
        </p:sp>
        <p:sp>
          <p:nvSpPr>
            <p:cNvPr id="57" name="Forme libre : forme 56">
              <a:extLst>
                <a:ext uri="{FF2B5EF4-FFF2-40B4-BE49-F238E27FC236}">
                  <a16:creationId xmlns:a16="http://schemas.microsoft.com/office/drawing/2014/main" id="{345AA905-3BBB-4015-9537-2162DD20DA02}"/>
                </a:ext>
              </a:extLst>
            </p:cNvPr>
            <p:cNvSpPr/>
            <p:nvPr/>
          </p:nvSpPr>
          <p:spPr>
            <a:xfrm>
              <a:off x="12432704"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129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161</a:t>
              </a:r>
            </a:p>
            <a:p>
              <a:pPr algn="ctr">
                <a:lnSpc>
                  <a:spcPct val="90000"/>
                </a:lnSpc>
                <a:spcAft>
                  <a:spcPts val="0"/>
                </a:spcAft>
              </a:pPr>
              <a:r>
                <a:rPr lang="en-US" sz="700">
                  <a:solidFill>
                    <a:schemeClr val="bg1"/>
                  </a:solidFill>
                  <a:latin typeface="Ubuntu" panose="020B0504030602030204" pitchFamily="34" charset="0"/>
                </a:rPr>
                <a:t>41</a:t>
              </a:r>
            </a:p>
            <a:p>
              <a:pPr algn="ctr">
                <a:lnSpc>
                  <a:spcPct val="90000"/>
                </a:lnSpc>
                <a:spcAft>
                  <a:spcPts val="0"/>
                </a:spcAft>
              </a:pPr>
              <a:r>
                <a:rPr lang="en-US" sz="700">
                  <a:solidFill>
                    <a:schemeClr val="bg1"/>
                  </a:solidFill>
                  <a:latin typeface="Ubuntu" panose="020B0504030602030204" pitchFamily="34" charset="0"/>
                </a:rPr>
                <a:t>128</a:t>
              </a:r>
            </a:p>
          </p:txBody>
        </p:sp>
        <p:sp>
          <p:nvSpPr>
            <p:cNvPr id="58" name="Forme libre : forme 57">
              <a:extLst>
                <a:ext uri="{FF2B5EF4-FFF2-40B4-BE49-F238E27FC236}">
                  <a16:creationId xmlns:a16="http://schemas.microsoft.com/office/drawing/2014/main" id="{8E50898F-084D-45EC-9EDA-C64E62F50B6F}"/>
                </a:ext>
              </a:extLst>
            </p:cNvPr>
            <p:cNvSpPr/>
            <p:nvPr/>
          </p:nvSpPr>
          <p:spPr>
            <a:xfrm>
              <a:off x="12432704"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BA29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186</a:t>
              </a:r>
            </a:p>
            <a:p>
              <a:pPr algn="ctr">
                <a:lnSpc>
                  <a:spcPct val="90000"/>
                </a:lnSpc>
                <a:spcAft>
                  <a:spcPts val="0"/>
                </a:spcAft>
              </a:pPr>
              <a:r>
                <a:rPr lang="en-US" sz="700">
                  <a:solidFill>
                    <a:schemeClr val="bg1"/>
                  </a:solidFill>
                  <a:latin typeface="Ubuntu" panose="020B0504030602030204" pitchFamily="34" charset="0"/>
                </a:rPr>
                <a:t>41</a:t>
              </a:r>
            </a:p>
            <a:p>
              <a:pPr algn="ctr">
                <a:lnSpc>
                  <a:spcPct val="90000"/>
                </a:lnSpc>
                <a:spcAft>
                  <a:spcPts val="0"/>
                </a:spcAft>
              </a:pPr>
              <a:r>
                <a:rPr lang="en-US" sz="700">
                  <a:solidFill>
                    <a:schemeClr val="bg1"/>
                  </a:solidFill>
                  <a:latin typeface="Ubuntu" panose="020B0504030602030204" pitchFamily="34" charset="0"/>
                </a:rPr>
                <a:t>128</a:t>
              </a:r>
            </a:p>
          </p:txBody>
        </p:sp>
        <p:sp>
          <p:nvSpPr>
            <p:cNvPr id="59" name="Forme libre : forme 58">
              <a:extLst>
                <a:ext uri="{FF2B5EF4-FFF2-40B4-BE49-F238E27FC236}">
                  <a16:creationId xmlns:a16="http://schemas.microsoft.com/office/drawing/2014/main" id="{850EF37B-321C-4CAE-A8B1-66C0053A83E3}"/>
                </a:ext>
              </a:extLst>
            </p:cNvPr>
            <p:cNvSpPr/>
            <p:nvPr/>
          </p:nvSpPr>
          <p:spPr>
            <a:xfrm>
              <a:off x="12432704"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D13A8C"/>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209</a:t>
              </a:r>
            </a:p>
            <a:p>
              <a:pPr algn="ctr">
                <a:lnSpc>
                  <a:spcPct val="90000"/>
                </a:lnSpc>
                <a:spcAft>
                  <a:spcPts val="0"/>
                </a:spcAft>
              </a:pPr>
              <a:r>
                <a:rPr lang="en-US" sz="700">
                  <a:latin typeface="Ubuntu" panose="020B0504030602030204" pitchFamily="34" charset="0"/>
                </a:rPr>
                <a:t>58</a:t>
              </a:r>
            </a:p>
            <a:p>
              <a:pPr algn="ctr">
                <a:lnSpc>
                  <a:spcPct val="90000"/>
                </a:lnSpc>
                <a:spcAft>
                  <a:spcPts val="0"/>
                </a:spcAft>
              </a:pPr>
              <a:r>
                <a:rPr lang="en-US" sz="700">
                  <a:latin typeface="Ubuntu" panose="020B0504030602030204" pitchFamily="34" charset="0"/>
                </a:rPr>
                <a:t>140</a:t>
              </a:r>
            </a:p>
          </p:txBody>
        </p:sp>
        <p:sp>
          <p:nvSpPr>
            <p:cNvPr id="60" name="Forme libre : forme 59">
              <a:extLst>
                <a:ext uri="{FF2B5EF4-FFF2-40B4-BE49-F238E27FC236}">
                  <a16:creationId xmlns:a16="http://schemas.microsoft.com/office/drawing/2014/main" id="{49EEAAAC-C871-41A3-9B9B-6381B2FD4E28}"/>
                </a:ext>
              </a:extLst>
            </p:cNvPr>
            <p:cNvSpPr/>
            <p:nvPr/>
          </p:nvSpPr>
          <p:spPr>
            <a:xfrm>
              <a:off x="12432704" y="1993636"/>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557AD"/>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229</a:t>
              </a:r>
            </a:p>
            <a:p>
              <a:pPr algn="ctr">
                <a:lnSpc>
                  <a:spcPct val="90000"/>
                </a:lnSpc>
                <a:spcAft>
                  <a:spcPts val="0"/>
                </a:spcAft>
              </a:pPr>
              <a:r>
                <a:rPr lang="en-US" sz="700">
                  <a:latin typeface="Ubuntu" panose="020B0504030602030204" pitchFamily="34" charset="0"/>
                </a:rPr>
                <a:t>87</a:t>
              </a:r>
            </a:p>
            <a:p>
              <a:pPr algn="ctr">
                <a:lnSpc>
                  <a:spcPct val="90000"/>
                </a:lnSpc>
                <a:spcAft>
                  <a:spcPts val="0"/>
                </a:spcAft>
              </a:pPr>
              <a:r>
                <a:rPr lang="en-US" sz="700">
                  <a:latin typeface="Ubuntu" panose="020B0504030602030204" pitchFamily="34" charset="0"/>
                </a:rPr>
                <a:t>173</a:t>
              </a:r>
            </a:p>
          </p:txBody>
        </p:sp>
      </p:grpSp>
      <p:sp>
        <p:nvSpPr>
          <p:cNvPr id="61" name="Rectangle 60">
            <a:extLst>
              <a:ext uri="{FF2B5EF4-FFF2-40B4-BE49-F238E27FC236}">
                <a16:creationId xmlns:a16="http://schemas.microsoft.com/office/drawing/2014/main" id="{9D36E5FD-F409-4495-819A-440FA57D9E19}"/>
              </a:ext>
            </a:extLst>
          </p:cNvPr>
          <p:cNvSpPr/>
          <p:nvPr/>
        </p:nvSpPr>
        <p:spPr>
          <a:xfrm>
            <a:off x="12295891" y="6412526"/>
            <a:ext cx="2545089" cy="615553"/>
          </a:xfrm>
          <a:prstGeom prst="rect">
            <a:avLst/>
          </a:prstGeom>
        </p:spPr>
        <p:txBody>
          <a:bodyPr wrap="square" lIns="0" tIns="0" rIns="0" bIns="0">
            <a:spAutoFit/>
          </a:bodyPr>
          <a:lstStyle/>
          <a:p>
            <a:r>
              <a:rPr lang="en-GB" sz="800">
                <a:latin typeface="Ubuntu" panose="020B0504030602030204" pitchFamily="34" charset="0"/>
              </a:rPr>
              <a:t>Security Classification:</a:t>
            </a:r>
          </a:p>
          <a:p>
            <a:r>
              <a:rPr lang="en-GB" sz="800">
                <a:latin typeface="Ubuntu" panose="020B0504030602030204" pitchFamily="34" charset="0"/>
              </a:rPr>
              <a:t>SEC0: Public</a:t>
            </a:r>
          </a:p>
          <a:p>
            <a:r>
              <a:rPr lang="en-GB" sz="800">
                <a:latin typeface="Ubuntu" panose="020B0504030602030204" pitchFamily="34" charset="0"/>
              </a:rPr>
              <a:t>SEC1: Company Confidential</a:t>
            </a:r>
          </a:p>
          <a:p>
            <a:r>
              <a:rPr lang="en-GB" sz="800">
                <a:latin typeface="Ubuntu" panose="020B0504030602030204" pitchFamily="34" charset="0"/>
              </a:rPr>
              <a:t>SEC2: Company Restricted / Customer restricted</a:t>
            </a:r>
          </a:p>
          <a:p>
            <a:r>
              <a:rPr lang="en-GB" sz="800">
                <a:latin typeface="Ubuntu" panose="020B0504030602030204" pitchFamily="34" charset="0"/>
              </a:rPr>
              <a:t>SEC3: Company Sensitive</a:t>
            </a:r>
          </a:p>
        </p:txBody>
      </p:sp>
      <p:grpSp>
        <p:nvGrpSpPr>
          <p:cNvPr id="4097" name="Groupe 4096">
            <a:extLst>
              <a:ext uri="{FF2B5EF4-FFF2-40B4-BE49-F238E27FC236}">
                <a16:creationId xmlns:a16="http://schemas.microsoft.com/office/drawing/2014/main" id="{14207897-E387-4B97-A694-8751D86BCF12}"/>
              </a:ext>
            </a:extLst>
          </p:cNvPr>
          <p:cNvGrpSpPr/>
          <p:nvPr/>
        </p:nvGrpSpPr>
        <p:grpSpPr>
          <a:xfrm>
            <a:off x="12295891" y="2164677"/>
            <a:ext cx="1465123" cy="2058800"/>
            <a:chOff x="14041053" y="1992581"/>
            <a:chExt cx="1465123" cy="2058800"/>
          </a:xfrm>
        </p:grpSpPr>
        <p:sp>
          <p:nvSpPr>
            <p:cNvPr id="66" name="Forme libre : forme 65">
              <a:extLst>
                <a:ext uri="{FF2B5EF4-FFF2-40B4-BE49-F238E27FC236}">
                  <a16:creationId xmlns:a16="http://schemas.microsoft.com/office/drawing/2014/main" id="{94847038-3CB7-4111-AB03-FA1A594002AA}"/>
                </a:ext>
              </a:extLst>
            </p:cNvPr>
            <p:cNvSpPr/>
            <p:nvPr/>
          </p:nvSpPr>
          <p:spPr>
            <a:xfrm>
              <a:off x="14777224"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434A"/>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67</a:t>
              </a:r>
            </a:p>
            <a:p>
              <a:pPr algn="ctr">
                <a:lnSpc>
                  <a:spcPct val="90000"/>
                </a:lnSpc>
                <a:spcAft>
                  <a:spcPts val="0"/>
                </a:spcAft>
              </a:pPr>
              <a:r>
                <a:rPr lang="en-US" sz="700" b="0">
                  <a:solidFill>
                    <a:schemeClr val="bg1"/>
                  </a:solidFill>
                  <a:latin typeface="Ubuntu" panose="020B0504030602030204" pitchFamily="34" charset="0"/>
                </a:rPr>
                <a:t>74</a:t>
              </a:r>
            </a:p>
          </p:txBody>
        </p:sp>
        <p:sp>
          <p:nvSpPr>
            <p:cNvPr id="67" name="Forme libre : forme 66">
              <a:extLst>
                <a:ext uri="{FF2B5EF4-FFF2-40B4-BE49-F238E27FC236}">
                  <a16:creationId xmlns:a16="http://schemas.microsoft.com/office/drawing/2014/main" id="{1B50522B-BA67-4790-8697-3AC343D4ACB8}"/>
                </a:ext>
              </a:extLst>
            </p:cNvPr>
            <p:cNvSpPr/>
            <p:nvPr/>
          </p:nvSpPr>
          <p:spPr>
            <a:xfrm>
              <a:off x="14777224"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6A73"/>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106</a:t>
              </a:r>
            </a:p>
            <a:p>
              <a:pPr algn="ctr">
                <a:lnSpc>
                  <a:spcPct val="90000"/>
                </a:lnSpc>
                <a:spcAft>
                  <a:spcPts val="0"/>
                </a:spcAft>
              </a:pPr>
              <a:r>
                <a:rPr lang="en-US" sz="700" b="0">
                  <a:solidFill>
                    <a:schemeClr val="bg1"/>
                  </a:solidFill>
                  <a:latin typeface="Ubuntu" panose="020B0504030602030204" pitchFamily="34" charset="0"/>
                </a:rPr>
                <a:t>115</a:t>
              </a:r>
            </a:p>
          </p:txBody>
        </p:sp>
        <p:sp>
          <p:nvSpPr>
            <p:cNvPr id="68" name="Forme libre : forme 67">
              <a:extLst>
                <a:ext uri="{FF2B5EF4-FFF2-40B4-BE49-F238E27FC236}">
                  <a16:creationId xmlns:a16="http://schemas.microsoft.com/office/drawing/2014/main" id="{B90AA6F9-B8A6-4490-A465-CBEFAEA6DFCA}"/>
                </a:ext>
              </a:extLst>
            </p:cNvPr>
            <p:cNvSpPr/>
            <p:nvPr/>
          </p:nvSpPr>
          <p:spPr>
            <a:xfrm>
              <a:off x="14777224"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F878A"/>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135</a:t>
              </a:r>
            </a:p>
            <a:p>
              <a:pPr algn="ctr">
                <a:lnSpc>
                  <a:spcPct val="90000"/>
                </a:lnSpc>
                <a:spcAft>
                  <a:spcPts val="0"/>
                </a:spcAft>
              </a:pPr>
              <a:r>
                <a:rPr lang="en-US" sz="700" b="0">
                  <a:solidFill>
                    <a:schemeClr val="bg1"/>
                  </a:solidFill>
                  <a:latin typeface="Ubuntu" panose="020B0504030602030204" pitchFamily="34" charset="0"/>
                </a:rPr>
                <a:t>138</a:t>
              </a:r>
            </a:p>
          </p:txBody>
        </p:sp>
        <p:sp>
          <p:nvSpPr>
            <p:cNvPr id="69" name="Forme libre : forme 68">
              <a:extLst>
                <a:ext uri="{FF2B5EF4-FFF2-40B4-BE49-F238E27FC236}">
                  <a16:creationId xmlns:a16="http://schemas.microsoft.com/office/drawing/2014/main" id="{AEDB31E0-288F-492F-BC3E-94F3C3363294}"/>
                </a:ext>
              </a:extLst>
            </p:cNvPr>
            <p:cNvSpPr/>
            <p:nvPr/>
          </p:nvSpPr>
          <p:spPr>
            <a:xfrm>
              <a:off x="14777224"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B2A2"/>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178</a:t>
              </a:r>
            </a:p>
            <a:p>
              <a:pPr algn="ctr">
                <a:lnSpc>
                  <a:spcPct val="90000"/>
                </a:lnSpc>
                <a:spcAft>
                  <a:spcPts val="0"/>
                </a:spcAft>
              </a:pPr>
              <a:r>
                <a:rPr lang="en-US" sz="700" b="0">
                  <a:latin typeface="Ubuntu" panose="020B0504030602030204" pitchFamily="34" charset="0"/>
                </a:rPr>
                <a:t>162</a:t>
              </a:r>
            </a:p>
          </p:txBody>
        </p:sp>
        <p:sp>
          <p:nvSpPr>
            <p:cNvPr id="70" name="Forme libre : forme 69">
              <a:extLst>
                <a:ext uri="{FF2B5EF4-FFF2-40B4-BE49-F238E27FC236}">
                  <a16:creationId xmlns:a16="http://schemas.microsoft.com/office/drawing/2014/main" id="{8F775A35-2F34-403A-95F8-4058F1A09A02}"/>
                </a:ext>
              </a:extLst>
            </p:cNvPr>
            <p:cNvSpPr/>
            <p:nvPr/>
          </p:nvSpPr>
          <p:spPr>
            <a:xfrm>
              <a:off x="14777224"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0CB"/>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244</a:t>
              </a:r>
            </a:p>
            <a:p>
              <a:pPr algn="ctr">
                <a:lnSpc>
                  <a:spcPct val="90000"/>
                </a:lnSpc>
                <a:spcAft>
                  <a:spcPts val="0"/>
                </a:spcAft>
              </a:pPr>
              <a:r>
                <a:rPr lang="en-US" sz="700" b="0">
                  <a:latin typeface="Ubuntu" panose="020B0504030602030204" pitchFamily="34" charset="0"/>
                </a:rPr>
                <a:t>203</a:t>
              </a:r>
            </a:p>
          </p:txBody>
        </p:sp>
        <p:sp>
          <p:nvSpPr>
            <p:cNvPr id="71" name="Forme libre : forme 70">
              <a:extLst>
                <a:ext uri="{FF2B5EF4-FFF2-40B4-BE49-F238E27FC236}">
                  <a16:creationId xmlns:a16="http://schemas.microsoft.com/office/drawing/2014/main" id="{59DA3B5B-D788-45A0-A698-ABE05A9025B0}"/>
                </a:ext>
              </a:extLst>
            </p:cNvPr>
            <p:cNvSpPr/>
            <p:nvPr/>
          </p:nvSpPr>
          <p:spPr>
            <a:xfrm>
              <a:off x="14041053"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036"/>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128</a:t>
              </a:r>
            </a:p>
            <a:p>
              <a:pPr algn="ctr">
                <a:lnSpc>
                  <a:spcPct val="90000"/>
                </a:lnSpc>
                <a:spcAft>
                  <a:spcPts val="0"/>
                </a:spcAft>
              </a:pPr>
              <a:r>
                <a:rPr lang="en-US" sz="700" b="0">
                  <a:solidFill>
                    <a:schemeClr val="bg1"/>
                  </a:solidFill>
                  <a:latin typeface="Ubuntu" panose="020B0504030602030204" pitchFamily="34" charset="0"/>
                </a:rPr>
                <a:t>54</a:t>
              </a:r>
            </a:p>
          </p:txBody>
        </p:sp>
        <p:sp>
          <p:nvSpPr>
            <p:cNvPr id="72" name="Forme libre : forme 71">
              <a:extLst>
                <a:ext uri="{FF2B5EF4-FFF2-40B4-BE49-F238E27FC236}">
                  <a16:creationId xmlns:a16="http://schemas.microsoft.com/office/drawing/2014/main" id="{B988192C-3701-4200-ADA5-936C0610D953}"/>
                </a:ext>
              </a:extLst>
            </p:cNvPr>
            <p:cNvSpPr/>
            <p:nvPr/>
          </p:nvSpPr>
          <p:spPr>
            <a:xfrm>
              <a:off x="14041053"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C3D"/>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140</a:t>
              </a:r>
            </a:p>
            <a:p>
              <a:pPr algn="ctr">
                <a:lnSpc>
                  <a:spcPct val="90000"/>
                </a:lnSpc>
                <a:spcAft>
                  <a:spcPts val="0"/>
                </a:spcAft>
              </a:pPr>
              <a:r>
                <a:rPr lang="en-US" sz="700" b="0">
                  <a:solidFill>
                    <a:schemeClr val="bg1"/>
                  </a:solidFill>
                  <a:latin typeface="Ubuntu" panose="020B0504030602030204" pitchFamily="34" charset="0"/>
                </a:rPr>
                <a:t>61</a:t>
              </a:r>
            </a:p>
          </p:txBody>
        </p:sp>
        <p:sp>
          <p:nvSpPr>
            <p:cNvPr id="73" name="Forme libre : forme 72">
              <a:extLst>
                <a:ext uri="{FF2B5EF4-FFF2-40B4-BE49-F238E27FC236}">
                  <a16:creationId xmlns:a16="http://schemas.microsoft.com/office/drawing/2014/main" id="{FDFAC846-10F6-421E-8B39-673C784E01DE}"/>
                </a:ext>
              </a:extLst>
            </p:cNvPr>
            <p:cNvSpPr/>
            <p:nvPr/>
          </p:nvSpPr>
          <p:spPr>
            <a:xfrm>
              <a:off x="14041053"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2EA657"/>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46</a:t>
              </a:r>
            </a:p>
            <a:p>
              <a:pPr algn="ctr">
                <a:lnSpc>
                  <a:spcPct val="90000"/>
                </a:lnSpc>
                <a:spcAft>
                  <a:spcPts val="0"/>
                </a:spcAft>
              </a:pPr>
              <a:r>
                <a:rPr lang="en-US" sz="700" b="0">
                  <a:latin typeface="Ubuntu" panose="020B0504030602030204" pitchFamily="34" charset="0"/>
                </a:rPr>
                <a:t>166</a:t>
              </a:r>
            </a:p>
            <a:p>
              <a:pPr algn="ctr">
                <a:lnSpc>
                  <a:spcPct val="90000"/>
                </a:lnSpc>
                <a:spcAft>
                  <a:spcPts val="0"/>
                </a:spcAft>
              </a:pPr>
              <a:r>
                <a:rPr lang="en-US" sz="700" b="0">
                  <a:latin typeface="Ubuntu" panose="020B0504030602030204" pitchFamily="34" charset="0"/>
                </a:rPr>
                <a:t>87</a:t>
              </a:r>
            </a:p>
          </p:txBody>
        </p:sp>
        <p:sp>
          <p:nvSpPr>
            <p:cNvPr id="74" name="Forme libre : forme 73">
              <a:extLst>
                <a:ext uri="{FF2B5EF4-FFF2-40B4-BE49-F238E27FC236}">
                  <a16:creationId xmlns:a16="http://schemas.microsoft.com/office/drawing/2014/main" id="{353643F0-22F7-4B48-AE39-5FC8C334472F}"/>
                </a:ext>
              </a:extLst>
            </p:cNvPr>
            <p:cNvSpPr/>
            <p:nvPr/>
          </p:nvSpPr>
          <p:spPr>
            <a:xfrm>
              <a:off x="14041053"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B569"/>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51</a:t>
              </a:r>
            </a:p>
            <a:p>
              <a:pPr algn="ctr">
                <a:lnSpc>
                  <a:spcPct val="90000"/>
                </a:lnSpc>
                <a:spcAft>
                  <a:spcPts val="0"/>
                </a:spcAft>
              </a:pPr>
              <a:r>
                <a:rPr lang="en-US" sz="700" b="0">
                  <a:latin typeface="Ubuntu" panose="020B0504030602030204" pitchFamily="34" charset="0"/>
                </a:rPr>
                <a:t>181</a:t>
              </a:r>
            </a:p>
            <a:p>
              <a:pPr algn="ctr">
                <a:lnSpc>
                  <a:spcPct val="90000"/>
                </a:lnSpc>
                <a:spcAft>
                  <a:spcPts val="0"/>
                </a:spcAft>
              </a:pPr>
              <a:r>
                <a:rPr lang="en-US" sz="700" b="0">
                  <a:latin typeface="Ubuntu" panose="020B0504030602030204" pitchFamily="34" charset="0"/>
                </a:rPr>
                <a:t>105</a:t>
              </a:r>
            </a:p>
          </p:txBody>
        </p:sp>
        <p:sp>
          <p:nvSpPr>
            <p:cNvPr id="75" name="Forme libre : forme 74">
              <a:extLst>
                <a:ext uri="{FF2B5EF4-FFF2-40B4-BE49-F238E27FC236}">
                  <a16:creationId xmlns:a16="http://schemas.microsoft.com/office/drawing/2014/main" id="{33F41D49-321E-46F2-BE66-44E85399808F}"/>
                </a:ext>
              </a:extLst>
            </p:cNvPr>
            <p:cNvSpPr/>
            <p:nvPr/>
          </p:nvSpPr>
          <p:spPr>
            <a:xfrm>
              <a:off x="14041053"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7CF80"/>
            </a:solidFill>
            <a:ln w="6695" cap="flat">
              <a:noFill/>
              <a:prstDash val="solid"/>
              <a:miter/>
            </a:ln>
          </p:spPr>
          <p:txBody>
            <a:bodyPr rtlCol="0" anchor="ctr"/>
            <a:lstStyle/>
            <a:p>
              <a:pPr algn="ctr">
                <a:lnSpc>
                  <a:spcPct val="90000"/>
                </a:lnSpc>
                <a:spcAft>
                  <a:spcPts val="0"/>
                </a:spcAft>
              </a:pPr>
              <a:endParaRPr lang="en-US" sz="700" b="0">
                <a:latin typeface="Ubuntu" panose="020B0504030602030204" pitchFamily="34" charset="0"/>
              </a:endParaRPr>
            </a:p>
            <a:p>
              <a:pPr algn="ctr">
                <a:lnSpc>
                  <a:spcPct val="90000"/>
                </a:lnSpc>
                <a:spcAft>
                  <a:spcPts val="0"/>
                </a:spcAft>
              </a:pPr>
              <a:r>
                <a:rPr lang="en-US" sz="700" b="0">
                  <a:latin typeface="Ubuntu" panose="020B0504030602030204" pitchFamily="34" charset="0"/>
                </a:rPr>
                <a:t>87</a:t>
              </a:r>
            </a:p>
            <a:p>
              <a:pPr algn="ctr">
                <a:lnSpc>
                  <a:spcPct val="90000"/>
                </a:lnSpc>
                <a:spcAft>
                  <a:spcPts val="0"/>
                </a:spcAft>
              </a:pPr>
              <a:r>
                <a:rPr lang="en-US" sz="700" b="0">
                  <a:latin typeface="Ubuntu" panose="020B0504030602030204" pitchFamily="34" charset="0"/>
                </a:rPr>
                <a:t>207</a:t>
              </a:r>
            </a:p>
            <a:p>
              <a:pPr algn="ctr">
                <a:lnSpc>
                  <a:spcPct val="90000"/>
                </a:lnSpc>
                <a:spcAft>
                  <a:spcPts val="0"/>
                </a:spcAft>
              </a:pPr>
              <a:r>
                <a:rPr lang="en-US" sz="700" b="0">
                  <a:latin typeface="Ubuntu" panose="020B0504030602030204" pitchFamily="34" charset="0"/>
                </a:rPr>
                <a:t>128</a:t>
              </a:r>
            </a:p>
            <a:p>
              <a:pPr algn="ctr">
                <a:lnSpc>
                  <a:spcPct val="90000"/>
                </a:lnSpc>
                <a:spcAft>
                  <a:spcPts val="0"/>
                </a:spcAft>
              </a:pPr>
              <a:endParaRPr lang="en-US" sz="700" b="0">
                <a:latin typeface="Ubuntu" panose="020B0504030602030204" pitchFamily="34" charset="0"/>
              </a:endParaRPr>
            </a:p>
          </p:txBody>
        </p:sp>
        <p:sp>
          <p:nvSpPr>
            <p:cNvPr id="76" name="Forme libre : forme 75">
              <a:extLst>
                <a:ext uri="{FF2B5EF4-FFF2-40B4-BE49-F238E27FC236}">
                  <a16:creationId xmlns:a16="http://schemas.microsoft.com/office/drawing/2014/main" id="{99A866AE-65FA-4F9E-98D0-E71681C14AC2}"/>
                </a:ext>
              </a:extLst>
            </p:cNvPr>
            <p:cNvSpPr/>
            <p:nvPr/>
          </p:nvSpPr>
          <p:spPr>
            <a:xfrm>
              <a:off x="15145311"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3340"/>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64</a:t>
              </a:r>
            </a:p>
          </p:txBody>
        </p:sp>
        <p:sp>
          <p:nvSpPr>
            <p:cNvPr id="77" name="Forme libre : forme 76">
              <a:extLst>
                <a:ext uri="{FF2B5EF4-FFF2-40B4-BE49-F238E27FC236}">
                  <a16:creationId xmlns:a16="http://schemas.microsoft.com/office/drawing/2014/main" id="{FF63074E-4AF4-4930-9679-FD2D7A0F2A11}"/>
                </a:ext>
              </a:extLst>
            </p:cNvPr>
            <p:cNvSpPr/>
            <p:nvPr/>
          </p:nvSpPr>
          <p:spPr>
            <a:xfrm>
              <a:off x="15145311"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214554"/>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33</a:t>
              </a:r>
            </a:p>
            <a:p>
              <a:pPr algn="ctr">
                <a:lnSpc>
                  <a:spcPct val="90000"/>
                </a:lnSpc>
                <a:spcAft>
                  <a:spcPts val="0"/>
                </a:spcAft>
              </a:pPr>
              <a:r>
                <a:rPr lang="en-US" sz="700" b="0">
                  <a:solidFill>
                    <a:schemeClr val="bg1"/>
                  </a:solidFill>
                  <a:latin typeface="Ubuntu" panose="020B0504030602030204" pitchFamily="34" charset="0"/>
                </a:rPr>
                <a:t>69</a:t>
              </a:r>
            </a:p>
            <a:p>
              <a:pPr algn="ctr">
                <a:lnSpc>
                  <a:spcPct val="90000"/>
                </a:lnSpc>
                <a:spcAft>
                  <a:spcPts val="0"/>
                </a:spcAft>
              </a:pPr>
              <a:r>
                <a:rPr lang="en-US" sz="700" b="0">
                  <a:solidFill>
                    <a:schemeClr val="bg1"/>
                  </a:solidFill>
                  <a:latin typeface="Ubuntu" panose="020B0504030602030204" pitchFamily="34" charset="0"/>
                </a:rPr>
                <a:t>84</a:t>
              </a:r>
            </a:p>
          </p:txBody>
        </p:sp>
        <p:sp>
          <p:nvSpPr>
            <p:cNvPr id="78" name="Forme libre : forme 77">
              <a:extLst>
                <a:ext uri="{FF2B5EF4-FFF2-40B4-BE49-F238E27FC236}">
                  <a16:creationId xmlns:a16="http://schemas.microsoft.com/office/drawing/2014/main" id="{56DB4C49-7593-476E-9314-2444B469873A}"/>
                </a:ext>
              </a:extLst>
            </p:cNvPr>
            <p:cNvSpPr/>
            <p:nvPr/>
          </p:nvSpPr>
          <p:spPr>
            <a:xfrm>
              <a:off x="15145311"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14596B"/>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20</a:t>
              </a:r>
            </a:p>
            <a:p>
              <a:pPr algn="ctr">
                <a:lnSpc>
                  <a:spcPct val="90000"/>
                </a:lnSpc>
                <a:spcAft>
                  <a:spcPts val="0"/>
                </a:spcAft>
              </a:pPr>
              <a:r>
                <a:rPr lang="en-US" sz="700" b="0">
                  <a:solidFill>
                    <a:schemeClr val="bg1"/>
                  </a:solidFill>
                  <a:latin typeface="Ubuntu" panose="020B0504030602030204" pitchFamily="34" charset="0"/>
                </a:rPr>
                <a:t>89</a:t>
              </a:r>
            </a:p>
            <a:p>
              <a:pPr algn="ctr">
                <a:lnSpc>
                  <a:spcPct val="90000"/>
                </a:lnSpc>
                <a:spcAft>
                  <a:spcPts val="0"/>
                </a:spcAft>
              </a:pPr>
              <a:r>
                <a:rPr lang="en-US" sz="700" b="0">
                  <a:solidFill>
                    <a:schemeClr val="bg1"/>
                  </a:solidFill>
                  <a:latin typeface="Ubuntu" panose="020B0504030602030204" pitchFamily="34" charset="0"/>
                </a:rPr>
                <a:t>107</a:t>
              </a:r>
            </a:p>
          </p:txBody>
        </p:sp>
        <p:sp>
          <p:nvSpPr>
            <p:cNvPr id="79" name="Forme libre : forme 78">
              <a:extLst>
                <a:ext uri="{FF2B5EF4-FFF2-40B4-BE49-F238E27FC236}">
                  <a16:creationId xmlns:a16="http://schemas.microsoft.com/office/drawing/2014/main" id="{82B57E86-9AA1-49BE-93E7-6C1DB4AFDDF9}"/>
                </a:ext>
              </a:extLst>
            </p:cNvPr>
            <p:cNvSpPr/>
            <p:nvPr/>
          </p:nvSpPr>
          <p:spPr>
            <a:xfrm>
              <a:off x="15145311"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6B7D"/>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107</a:t>
              </a:r>
            </a:p>
            <a:p>
              <a:pPr algn="ctr">
                <a:lnSpc>
                  <a:spcPct val="90000"/>
                </a:lnSpc>
                <a:spcAft>
                  <a:spcPts val="0"/>
                </a:spcAft>
              </a:pPr>
              <a:r>
                <a:rPr lang="en-US" sz="700" b="0">
                  <a:solidFill>
                    <a:schemeClr val="bg1"/>
                  </a:solidFill>
                  <a:latin typeface="Ubuntu" panose="020B0504030602030204" pitchFamily="34" charset="0"/>
                </a:rPr>
                <a:t>25</a:t>
              </a:r>
            </a:p>
          </p:txBody>
        </p:sp>
        <p:sp>
          <p:nvSpPr>
            <p:cNvPr id="80" name="Forme libre : forme 79">
              <a:extLst>
                <a:ext uri="{FF2B5EF4-FFF2-40B4-BE49-F238E27FC236}">
                  <a16:creationId xmlns:a16="http://schemas.microsoft.com/office/drawing/2014/main" id="{F58D84FF-3235-47A7-A015-65B66A7E9528}"/>
                </a:ext>
              </a:extLst>
            </p:cNvPr>
            <p:cNvSpPr/>
            <p:nvPr/>
          </p:nvSpPr>
          <p:spPr>
            <a:xfrm>
              <a:off x="15145311"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8091"/>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128</a:t>
              </a:r>
            </a:p>
            <a:p>
              <a:pPr algn="ctr">
                <a:lnSpc>
                  <a:spcPct val="90000"/>
                </a:lnSpc>
                <a:spcAft>
                  <a:spcPts val="0"/>
                </a:spcAft>
              </a:pPr>
              <a:r>
                <a:rPr lang="en-US" sz="700" b="0">
                  <a:solidFill>
                    <a:schemeClr val="bg1"/>
                  </a:solidFill>
                  <a:latin typeface="Ubuntu" panose="020B0504030602030204" pitchFamily="34" charset="0"/>
                </a:rPr>
                <a:t>145</a:t>
              </a:r>
            </a:p>
          </p:txBody>
        </p:sp>
        <p:sp>
          <p:nvSpPr>
            <p:cNvPr id="81" name="Forme libre : forme 80">
              <a:extLst>
                <a:ext uri="{FF2B5EF4-FFF2-40B4-BE49-F238E27FC236}">
                  <a16:creationId xmlns:a16="http://schemas.microsoft.com/office/drawing/2014/main" id="{0C2FDFFD-39D1-4054-899F-2527AF6109D7}"/>
                </a:ext>
              </a:extLst>
            </p:cNvPr>
            <p:cNvSpPr/>
            <p:nvPr/>
          </p:nvSpPr>
          <p:spPr>
            <a:xfrm>
              <a:off x="14408740"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7D74"/>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0</a:t>
              </a:r>
            </a:p>
            <a:p>
              <a:pPr algn="ctr">
                <a:lnSpc>
                  <a:spcPct val="90000"/>
                </a:lnSpc>
                <a:spcAft>
                  <a:spcPts val="0"/>
                </a:spcAft>
              </a:pPr>
              <a:r>
                <a:rPr lang="en-US" sz="700" b="0">
                  <a:solidFill>
                    <a:schemeClr val="bg1"/>
                  </a:solidFill>
                  <a:latin typeface="Ubuntu" panose="020B0504030602030204" pitchFamily="34" charset="0"/>
                </a:rPr>
                <a:t>125</a:t>
              </a:r>
            </a:p>
            <a:p>
              <a:pPr algn="ctr">
                <a:lnSpc>
                  <a:spcPct val="90000"/>
                </a:lnSpc>
                <a:spcAft>
                  <a:spcPts val="0"/>
                </a:spcAft>
              </a:pPr>
              <a:r>
                <a:rPr lang="en-US" sz="700" b="0">
                  <a:solidFill>
                    <a:schemeClr val="bg1"/>
                  </a:solidFill>
                  <a:latin typeface="Ubuntu" panose="020B0504030602030204" pitchFamily="34" charset="0"/>
                </a:rPr>
                <a:t>116</a:t>
              </a:r>
            </a:p>
          </p:txBody>
        </p:sp>
        <p:sp>
          <p:nvSpPr>
            <p:cNvPr id="82" name="Forme libre : forme 81">
              <a:extLst>
                <a:ext uri="{FF2B5EF4-FFF2-40B4-BE49-F238E27FC236}">
                  <a16:creationId xmlns:a16="http://schemas.microsoft.com/office/drawing/2014/main" id="{3B4493E8-9680-4EA3-9A68-6174B5ADF266}"/>
                </a:ext>
              </a:extLst>
            </p:cNvPr>
            <p:cNvSpPr/>
            <p:nvPr/>
          </p:nvSpPr>
          <p:spPr>
            <a:xfrm>
              <a:off x="14408740"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929B"/>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0</a:t>
              </a:r>
            </a:p>
            <a:p>
              <a:pPr algn="ctr">
                <a:lnSpc>
                  <a:spcPct val="90000"/>
                </a:lnSpc>
                <a:spcAft>
                  <a:spcPts val="0"/>
                </a:spcAft>
              </a:pPr>
              <a:r>
                <a:rPr lang="en-US" sz="700" b="0">
                  <a:solidFill>
                    <a:schemeClr val="bg1"/>
                  </a:solidFill>
                  <a:latin typeface="Ubuntu" panose="020B0504030602030204" pitchFamily="34" charset="0"/>
                </a:rPr>
                <a:t>146</a:t>
              </a:r>
            </a:p>
            <a:p>
              <a:pPr algn="ctr">
                <a:lnSpc>
                  <a:spcPct val="90000"/>
                </a:lnSpc>
                <a:spcAft>
                  <a:spcPts val="0"/>
                </a:spcAft>
              </a:pPr>
              <a:r>
                <a:rPr lang="en-US" sz="700" b="0">
                  <a:solidFill>
                    <a:schemeClr val="bg1"/>
                  </a:solidFill>
                  <a:latin typeface="Ubuntu" panose="020B0504030602030204" pitchFamily="34" charset="0"/>
                </a:rPr>
                <a:t>155</a:t>
              </a:r>
            </a:p>
          </p:txBody>
        </p:sp>
        <p:sp>
          <p:nvSpPr>
            <p:cNvPr id="83" name="Forme libre : forme 82">
              <a:extLst>
                <a:ext uri="{FF2B5EF4-FFF2-40B4-BE49-F238E27FC236}">
                  <a16:creationId xmlns:a16="http://schemas.microsoft.com/office/drawing/2014/main" id="{B4B6B943-D34B-48B2-95E0-76C5F8BA25FA}"/>
                </a:ext>
              </a:extLst>
            </p:cNvPr>
            <p:cNvSpPr/>
            <p:nvPr/>
          </p:nvSpPr>
          <p:spPr>
            <a:xfrm>
              <a:off x="14408740"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0BFBF"/>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191</a:t>
              </a:r>
            </a:p>
            <a:p>
              <a:pPr algn="ctr">
                <a:lnSpc>
                  <a:spcPct val="90000"/>
                </a:lnSpc>
                <a:spcAft>
                  <a:spcPts val="0"/>
                </a:spcAft>
              </a:pPr>
              <a:r>
                <a:rPr lang="en-US" sz="700" b="0">
                  <a:latin typeface="Ubuntu" panose="020B0504030602030204" pitchFamily="34" charset="0"/>
                </a:rPr>
                <a:t>191</a:t>
              </a:r>
            </a:p>
          </p:txBody>
        </p:sp>
        <p:sp>
          <p:nvSpPr>
            <p:cNvPr id="84" name="Forme libre : forme 83">
              <a:extLst>
                <a:ext uri="{FF2B5EF4-FFF2-40B4-BE49-F238E27FC236}">
                  <a16:creationId xmlns:a16="http://schemas.microsoft.com/office/drawing/2014/main" id="{B434FFE6-E50A-4EA9-83D4-F9F4917BBCB8}"/>
                </a:ext>
              </a:extLst>
            </p:cNvPr>
            <p:cNvSpPr/>
            <p:nvPr/>
          </p:nvSpPr>
          <p:spPr>
            <a:xfrm>
              <a:off x="14408740"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D5D0"/>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213</a:t>
              </a:r>
            </a:p>
            <a:p>
              <a:pPr algn="ctr">
                <a:lnSpc>
                  <a:spcPct val="90000"/>
                </a:lnSpc>
                <a:spcAft>
                  <a:spcPts val="0"/>
                </a:spcAft>
              </a:pPr>
              <a:r>
                <a:rPr lang="en-US" sz="700" b="0">
                  <a:latin typeface="Ubuntu" panose="020B0504030602030204" pitchFamily="34" charset="0"/>
                </a:rPr>
                <a:t>208</a:t>
              </a:r>
            </a:p>
          </p:txBody>
        </p:sp>
        <p:sp>
          <p:nvSpPr>
            <p:cNvPr id="85" name="Forme libre : forme 84">
              <a:extLst>
                <a:ext uri="{FF2B5EF4-FFF2-40B4-BE49-F238E27FC236}">
                  <a16:creationId xmlns:a16="http://schemas.microsoft.com/office/drawing/2014/main" id="{E0BE1B97-A7F2-4E15-8D45-CD3F50622B5F}"/>
                </a:ext>
              </a:extLst>
            </p:cNvPr>
            <p:cNvSpPr/>
            <p:nvPr/>
          </p:nvSpPr>
          <p:spPr>
            <a:xfrm>
              <a:off x="14408740"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6E3"/>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230</a:t>
              </a:r>
            </a:p>
            <a:p>
              <a:pPr algn="ctr">
                <a:lnSpc>
                  <a:spcPct val="90000"/>
                </a:lnSpc>
                <a:spcAft>
                  <a:spcPts val="0"/>
                </a:spcAft>
              </a:pPr>
              <a:r>
                <a:rPr lang="en-US" sz="700" b="0">
                  <a:latin typeface="Ubuntu" panose="020B0504030602030204" pitchFamily="34" charset="0"/>
                </a:rPr>
                <a:t>227</a:t>
              </a:r>
            </a:p>
          </p:txBody>
        </p:sp>
      </p:grpSp>
      <p:grpSp>
        <p:nvGrpSpPr>
          <p:cNvPr id="94" name="Groupe 1">
            <a:extLst>
              <a:ext uri="{FF2B5EF4-FFF2-40B4-BE49-F238E27FC236}">
                <a16:creationId xmlns:a16="http://schemas.microsoft.com/office/drawing/2014/main" id="{11A3E882-4152-49CC-A658-0BA2BD4CCF4E}"/>
              </a:ext>
            </a:extLst>
          </p:cNvPr>
          <p:cNvGrpSpPr>
            <a:grpSpLocks noChangeAspect="1"/>
          </p:cNvGrpSpPr>
          <p:nvPr/>
        </p:nvGrpSpPr>
        <p:grpSpPr>
          <a:xfrm>
            <a:off x="11582399" y="205059"/>
            <a:ext cx="399199" cy="370220"/>
            <a:chOff x="11501102" y="171573"/>
            <a:chExt cx="419436" cy="388988"/>
          </a:xfrm>
        </p:grpSpPr>
        <p:sp>
          <p:nvSpPr>
            <p:cNvPr id="95" name="Freeform 13">
              <a:extLst>
                <a:ext uri="{FF2B5EF4-FFF2-40B4-BE49-F238E27FC236}">
                  <a16:creationId xmlns:a16="http://schemas.microsoft.com/office/drawing/2014/main" id="{7962C740-AA7F-4225-AF45-30CEC5D85747}"/>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96" name="Freeform 14">
              <a:extLst>
                <a:ext uri="{FF2B5EF4-FFF2-40B4-BE49-F238E27FC236}">
                  <a16:creationId xmlns:a16="http://schemas.microsoft.com/office/drawing/2014/main" id="{8B6BE8F3-0248-42CC-8053-5B10FA1A6457}"/>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86" name="Retângulo 43">
            <a:extLst>
              <a:ext uri="{FF2B5EF4-FFF2-40B4-BE49-F238E27FC236}">
                <a16:creationId xmlns:a16="http://schemas.microsoft.com/office/drawing/2014/main" id="{5539996C-DD2A-49D6-AFB0-763FCB2EE440}"/>
              </a:ext>
            </a:extLst>
          </p:cNvPr>
          <p:cNvSpPr/>
          <p:nvPr/>
        </p:nvSpPr>
        <p:spPr>
          <a:xfrm>
            <a:off x="11744128" y="6517658"/>
            <a:ext cx="229263" cy="215444"/>
          </a:xfrm>
          <a:prstGeom prst="rect">
            <a:avLst/>
          </a:prstGeom>
        </p:spPr>
        <p:txBody>
          <a:bodyPr wrap="square" lIns="0" rIns="0">
            <a:spAutoFit/>
          </a:bodyPr>
          <a:lstStyle/>
          <a:p>
            <a:pPr algn="r"/>
            <a:fld id="{0502E5A9-B53C-401E-A0E0-4A359BB0A9E5}" type="slidenum">
              <a:rPr lang="en-US" sz="800" smtClean="0">
                <a:solidFill>
                  <a:srgbClr val="A6A6A6"/>
                </a:solidFill>
                <a:latin typeface="Ubuntu" panose="020B0504030602030204" pitchFamily="34" charset="0"/>
                <a:cs typeface="Arial" panose="020B0604020202020204" pitchFamily="34" charset="0"/>
              </a:rPr>
              <a:pPr algn="r"/>
              <a:t>‹#›</a:t>
            </a:fld>
            <a:endParaRPr lang="en-US" sz="800">
              <a:solidFill>
                <a:srgbClr val="A6A6A6"/>
              </a:solidFill>
              <a:latin typeface="Ubuntu" panose="020B0504030602030204" pitchFamily="34" charset="0"/>
              <a:cs typeface="Arial" panose="020B0604020202020204" pitchFamily="34" charset="0"/>
            </a:endParaRPr>
          </a:p>
        </p:txBody>
      </p:sp>
      <p:sp>
        <p:nvSpPr>
          <p:cNvPr id="89" name="Rectangle 27">
            <a:extLst>
              <a:ext uri="{FF2B5EF4-FFF2-40B4-BE49-F238E27FC236}">
                <a16:creationId xmlns:a16="http://schemas.microsoft.com/office/drawing/2014/main" id="{01D50803-B26A-4936-A06C-6E086A6DD719}"/>
              </a:ext>
            </a:extLst>
          </p:cNvPr>
          <p:cNvSpPr/>
          <p:nvPr/>
        </p:nvSpPr>
        <p:spPr>
          <a:xfrm>
            <a:off x="722707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a:solidFill>
                  <a:srgbClr val="A6A6A6"/>
                </a:solidFill>
                <a:latin typeface="Ubuntu" panose="020B0504030602030204" pitchFamily="34" charset="0"/>
                <a:cs typeface="Arial" panose="020B0604020202020204" pitchFamily="34" charset="0"/>
              </a:rPr>
              <a:t>Company Confidential © Capgemini 2023. All rights reserved  |</a:t>
            </a:r>
          </a:p>
        </p:txBody>
      </p:sp>
    </p:spTree>
    <p:extLst>
      <p:ext uri="{BB962C8B-B14F-4D97-AF65-F5344CB8AC3E}">
        <p14:creationId xmlns:p14="http://schemas.microsoft.com/office/powerpoint/2010/main" val="4186467610"/>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 id="2147483675" r:id="rId14"/>
    <p:sldLayoutId id="2147483676" r:id="rId15"/>
    <p:sldLayoutId id="2147483677" r:id="rId16"/>
    <p:sldLayoutId id="2147483678" r:id="rId17"/>
  </p:sldLayoutIdLst>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p:titleStyle>
    <p:body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Ubuntu" panose="020B0504030602030204" pitchFamily="34" charset="0"/>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Ubuntu" panose="020B0504030602030204" pitchFamily="34" charset="0"/>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Ubuntu" panose="020B0504030602030204" pitchFamily="34" charset="0"/>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Ubuntu" panose="020B0504030602030204" pitchFamily="34" charset="0"/>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Ubuntu" panose="020B05040306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09">
          <p15:clr>
            <a:srgbClr val="F26B43"/>
          </p15:clr>
        </p15:guide>
        <p15:guide id="2" pos="7423">
          <p15:clr>
            <a:srgbClr val="F26B43"/>
          </p15:clr>
        </p15:guide>
        <p15:guide id="3" orient="horz" pos="4071">
          <p15:clr>
            <a:srgbClr val="F26B43"/>
          </p15:clr>
        </p15:guide>
        <p15:guide id="4" pos="255">
          <p15:clr>
            <a:srgbClr val="F26B43"/>
          </p15:clr>
        </p15:guide>
        <p15:guide id="5" orient="horz" pos="836">
          <p15:clr>
            <a:srgbClr val="F26B43"/>
          </p15:clr>
        </p15:guide>
        <p15:guide id="6" orient="horz" pos="245">
          <p15:clr>
            <a:srgbClr val="F26B43"/>
          </p15:clr>
        </p15:guide>
        <p15:guide id="7" pos="3840">
          <p15:clr>
            <a:srgbClr val="F26B43"/>
          </p15:clr>
        </p15:guide>
        <p15:guide id="8" pos="3899">
          <p15:clr>
            <a:srgbClr val="F26B43"/>
          </p15:clr>
        </p15:guide>
        <p15:guide id="9" pos="3783">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hyperlink" Target="https://aws.amazon.com/certification/certified-solutions-architect-associate/" TargetMode="External"/><Relationship Id="rId2" Type="http://schemas.openxmlformats.org/officeDocument/2006/relationships/notesSlide" Target="../notesSlides/notesSlide1.xml"/><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Freeform 5">
            <a:extLst>
              <a:ext uri="{FF2B5EF4-FFF2-40B4-BE49-F238E27FC236}">
                <a16:creationId xmlns:a16="http://schemas.microsoft.com/office/drawing/2014/main" id="{BFB8C9FA-1A99-430C-8802-71B504C88FCA}"/>
              </a:ext>
            </a:extLst>
          </p:cNvPr>
          <p:cNvSpPr>
            <a:spLocks/>
          </p:cNvSpPr>
          <p:nvPr/>
        </p:nvSpPr>
        <p:spPr bwMode="auto">
          <a:xfrm>
            <a:off x="7137407" y="-131642"/>
            <a:ext cx="4875918" cy="2033412"/>
          </a:xfrm>
          <a:custGeom>
            <a:avLst/>
            <a:gdLst>
              <a:gd name="T0" fmla="*/ 2124 w 2124"/>
              <a:gd name="T1" fmla="*/ 619 h 846"/>
              <a:gd name="T2" fmla="*/ 921 w 2124"/>
              <a:gd name="T3" fmla="*/ 619 h 846"/>
              <a:gd name="T4" fmla="*/ 284 w 2124"/>
              <a:gd name="T5" fmla="*/ 423 h 846"/>
              <a:gd name="T6" fmla="*/ 21 w 2124"/>
              <a:gd name="T7" fmla="*/ 366 h 846"/>
              <a:gd name="T8" fmla="*/ 23 w 2124"/>
              <a:gd name="T9" fmla="*/ 170 h 846"/>
              <a:gd name="T10" fmla="*/ 78 w 2124"/>
              <a:gd name="T11" fmla="*/ 0 h 846"/>
              <a:gd name="T12" fmla="*/ 2124 w 2124"/>
              <a:gd name="T13" fmla="*/ 0 h 846"/>
              <a:gd name="T14" fmla="*/ 2124 w 2124"/>
              <a:gd name="T15" fmla="*/ 619 h 84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24" h="846">
                <a:moveTo>
                  <a:pt x="2124" y="619"/>
                </a:moveTo>
                <a:cubicBezTo>
                  <a:pt x="2124" y="619"/>
                  <a:pt x="1729" y="846"/>
                  <a:pt x="921" y="619"/>
                </a:cubicBezTo>
                <a:cubicBezTo>
                  <a:pt x="921" y="619"/>
                  <a:pt x="421" y="462"/>
                  <a:pt x="284" y="423"/>
                </a:cubicBezTo>
                <a:cubicBezTo>
                  <a:pt x="146" y="384"/>
                  <a:pt x="21" y="366"/>
                  <a:pt x="21" y="366"/>
                </a:cubicBezTo>
                <a:cubicBezTo>
                  <a:pt x="21" y="366"/>
                  <a:pt x="0" y="294"/>
                  <a:pt x="23" y="170"/>
                </a:cubicBezTo>
                <a:cubicBezTo>
                  <a:pt x="45" y="46"/>
                  <a:pt x="78" y="0"/>
                  <a:pt x="78" y="0"/>
                </a:cubicBezTo>
                <a:cubicBezTo>
                  <a:pt x="2124" y="0"/>
                  <a:pt x="2124" y="0"/>
                  <a:pt x="2124" y="0"/>
                </a:cubicBezTo>
                <a:lnTo>
                  <a:pt x="2124" y="619"/>
                </a:lnTo>
                <a:close/>
              </a:path>
            </a:pathLst>
          </a:custGeom>
          <a:solidFill>
            <a:schemeClr val="accent3"/>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2000" b="0" i="0" u="none" strike="noStrike" kern="1200" cap="none" spc="0" normalizeH="0" baseline="0" noProof="0" dirty="0">
              <a:ln>
                <a:noFill/>
              </a:ln>
              <a:solidFill>
                <a:prstClr val="black"/>
              </a:solidFill>
              <a:effectLst/>
              <a:uLnTx/>
              <a:uFillTx/>
              <a:latin typeface="Verdana"/>
              <a:ea typeface="+mn-ea"/>
              <a:cs typeface="+mn-cs"/>
            </a:endParaRPr>
          </a:p>
        </p:txBody>
      </p:sp>
      <p:grpSp>
        <p:nvGrpSpPr>
          <p:cNvPr id="36" name="Groupe 60">
            <a:extLst>
              <a:ext uri="{FF2B5EF4-FFF2-40B4-BE49-F238E27FC236}">
                <a16:creationId xmlns:a16="http://schemas.microsoft.com/office/drawing/2014/main" id="{CC6A0D69-2FA7-4F70-AB22-2A12BB698234}"/>
              </a:ext>
            </a:extLst>
          </p:cNvPr>
          <p:cNvGrpSpPr/>
          <p:nvPr/>
        </p:nvGrpSpPr>
        <p:grpSpPr>
          <a:xfrm>
            <a:off x="11501102" y="171573"/>
            <a:ext cx="419436" cy="388988"/>
            <a:chOff x="11501102" y="171573"/>
            <a:chExt cx="419436" cy="388988"/>
          </a:xfrm>
        </p:grpSpPr>
        <p:sp>
          <p:nvSpPr>
            <p:cNvPr id="37" name="Freeform 13">
              <a:extLst>
                <a:ext uri="{FF2B5EF4-FFF2-40B4-BE49-F238E27FC236}">
                  <a16:creationId xmlns:a16="http://schemas.microsoft.com/office/drawing/2014/main" id="{8E5A5E63-D73D-4A65-B81B-5AE802770D58}"/>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Verdana"/>
                <a:ea typeface="+mn-ea"/>
                <a:cs typeface="+mn-cs"/>
              </a:endParaRPr>
            </a:p>
          </p:txBody>
        </p:sp>
        <p:sp>
          <p:nvSpPr>
            <p:cNvPr id="38" name="Freeform 14">
              <a:extLst>
                <a:ext uri="{FF2B5EF4-FFF2-40B4-BE49-F238E27FC236}">
                  <a16:creationId xmlns:a16="http://schemas.microsoft.com/office/drawing/2014/main" id="{BE328B46-2026-44FA-9D16-70A006B427DE}"/>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Verdana"/>
                <a:ea typeface="+mn-ea"/>
                <a:cs typeface="+mn-cs"/>
              </a:endParaRPr>
            </a:p>
          </p:txBody>
        </p:sp>
      </p:grpSp>
      <p:sp>
        <p:nvSpPr>
          <p:cNvPr id="40" name="Rectangle : avec coins arrondis en haut 24">
            <a:extLst>
              <a:ext uri="{FF2B5EF4-FFF2-40B4-BE49-F238E27FC236}">
                <a16:creationId xmlns:a16="http://schemas.microsoft.com/office/drawing/2014/main" id="{BE50B61A-FA78-4CE9-B3F0-46D15F7BBD5A}"/>
              </a:ext>
            </a:extLst>
          </p:cNvPr>
          <p:cNvSpPr/>
          <p:nvPr/>
        </p:nvSpPr>
        <p:spPr>
          <a:xfrm rot="5400000">
            <a:off x="2982138" y="-2682530"/>
            <a:ext cx="1195018" cy="6905239"/>
          </a:xfrm>
          <a:prstGeom prst="round2SameRect">
            <a:avLst>
              <a:gd name="adj1" fmla="val 50000"/>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lIns="72000" tIns="828000" rIns="72000" bIns="324000" rtlCol="0" anchor="ctr"/>
          <a:lstStyle/>
          <a:p>
            <a:r>
              <a:rPr lang="en-US" sz="1100" dirty="0">
                <a:solidFill>
                  <a:schemeClr val="bg1"/>
                </a:solidFill>
                <a:latin typeface="Calibri" panose="020F0502020204030204" pitchFamily="34" charset="0"/>
                <a:ea typeface="Calibri" panose="020F0502020204030204" pitchFamily="34" charset="0"/>
              </a:rPr>
              <a:t>Result oriented software professional with 8 plus years of experience in software design, development, maintenance, enhancement, looking forward to work for an organization that gives me an opportunity to explore my potential to the fullest and make a useful and positive contribution to the organization</a:t>
            </a:r>
          </a:p>
        </p:txBody>
      </p:sp>
      <p:sp>
        <p:nvSpPr>
          <p:cNvPr id="41" name="Freeform 20">
            <a:extLst>
              <a:ext uri="{FF2B5EF4-FFF2-40B4-BE49-F238E27FC236}">
                <a16:creationId xmlns:a16="http://schemas.microsoft.com/office/drawing/2014/main" id="{416151E3-B8CA-4931-A478-23252980FE2D}"/>
              </a:ext>
            </a:extLst>
          </p:cNvPr>
          <p:cNvSpPr>
            <a:spLocks/>
          </p:cNvSpPr>
          <p:nvPr/>
        </p:nvSpPr>
        <p:spPr bwMode="auto">
          <a:xfrm>
            <a:off x="5891672" y="450686"/>
            <a:ext cx="932548" cy="867999"/>
          </a:xfrm>
          <a:custGeom>
            <a:avLst/>
            <a:gdLst>
              <a:gd name="T0" fmla="*/ 34 w 232"/>
              <a:gd name="T1" fmla="*/ 169 h 216"/>
              <a:gd name="T2" fmla="*/ 56 w 232"/>
              <a:gd name="T3" fmla="*/ 32 h 216"/>
              <a:gd name="T4" fmla="*/ 199 w 232"/>
              <a:gd name="T5" fmla="*/ 52 h 216"/>
              <a:gd name="T6" fmla="*/ 173 w 232"/>
              <a:gd name="T7" fmla="*/ 184 h 216"/>
              <a:gd name="T8" fmla="*/ 34 w 232"/>
              <a:gd name="T9" fmla="*/ 169 h 216"/>
            </a:gdLst>
            <a:ahLst/>
            <a:cxnLst>
              <a:cxn ang="0">
                <a:pos x="T0" y="T1"/>
              </a:cxn>
              <a:cxn ang="0">
                <a:pos x="T2" y="T3"/>
              </a:cxn>
              <a:cxn ang="0">
                <a:pos x="T4" y="T5"/>
              </a:cxn>
              <a:cxn ang="0">
                <a:pos x="T6" y="T7"/>
              </a:cxn>
              <a:cxn ang="0">
                <a:pos x="T8" y="T9"/>
              </a:cxn>
            </a:cxnLst>
            <a:rect l="0" t="0" r="r" b="b"/>
            <a:pathLst>
              <a:path w="232" h="216">
                <a:moveTo>
                  <a:pt x="34" y="169"/>
                </a:moveTo>
                <a:cubicBezTo>
                  <a:pt x="0" y="126"/>
                  <a:pt x="10" y="64"/>
                  <a:pt x="56" y="32"/>
                </a:cubicBezTo>
                <a:cubicBezTo>
                  <a:pt x="102" y="0"/>
                  <a:pt x="166" y="9"/>
                  <a:pt x="199" y="52"/>
                </a:cubicBezTo>
                <a:cubicBezTo>
                  <a:pt x="232" y="96"/>
                  <a:pt x="219" y="152"/>
                  <a:pt x="173" y="184"/>
                </a:cubicBezTo>
                <a:cubicBezTo>
                  <a:pt x="127" y="216"/>
                  <a:pt x="67" y="213"/>
                  <a:pt x="34" y="169"/>
                </a:cubicBezTo>
              </a:path>
            </a:pathLst>
          </a:custGeom>
          <a:solidFill>
            <a:schemeClr val="bg1"/>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42" name="Rectangle : coins arrondis 10">
            <a:extLst>
              <a:ext uri="{FF2B5EF4-FFF2-40B4-BE49-F238E27FC236}">
                <a16:creationId xmlns:a16="http://schemas.microsoft.com/office/drawing/2014/main" id="{8E7F7BF0-EE79-44D6-9691-B2418479B029}"/>
              </a:ext>
            </a:extLst>
          </p:cNvPr>
          <p:cNvSpPr/>
          <p:nvPr/>
        </p:nvSpPr>
        <p:spPr bwMode="auto">
          <a:xfrm>
            <a:off x="304991" y="5327085"/>
            <a:ext cx="3272553" cy="1271677"/>
          </a:xfrm>
          <a:prstGeom prst="roundRect">
            <a:avLst>
              <a:gd name="adj" fmla="val 8548"/>
            </a:avLst>
          </a:prstGeom>
          <a:solidFill>
            <a:schemeClr val="bg1">
              <a:lumMod val="95000"/>
            </a:schemeClr>
          </a:solidFill>
          <a:ln w="6350" cap="flat" cmpd="sng" algn="ctr">
            <a:noFill/>
            <a:prstDash val="solid"/>
            <a:round/>
            <a:headEnd type="none" w="med" len="med"/>
            <a:tailEnd type="none" w="med" len="med"/>
          </a:ln>
          <a:effectLst/>
        </p:spPr>
        <p:txBody>
          <a:bodyPr vert="horz" wrap="square" lIns="108000" tIns="182880" rIns="36000" bIns="36000" numCol="1" rtlCol="0" anchor="t" anchorCtr="0" compatLnSpc="1">
            <a:prstTxWarp prst="textNoShape">
              <a:avLst/>
            </a:prstTxWarp>
            <a:noAutofit/>
          </a:bodyPr>
          <a:lstStyle/>
          <a:p>
            <a:pPr marL="171450" lvl="1" indent="-171450" fontAlgn="base">
              <a:lnSpc>
                <a:spcPct val="114000"/>
              </a:lnSpc>
              <a:spcBef>
                <a:spcPts val="100"/>
              </a:spcBef>
              <a:spcAft>
                <a:spcPts val="200"/>
              </a:spcAft>
              <a:buClr>
                <a:srgbClr val="0070AD"/>
              </a:buClr>
              <a:buSzPct val="100000"/>
              <a:buFont typeface="Wingdings" panose="05000000000000000000" pitchFamily="2" charset="2"/>
              <a:buChar char="§"/>
              <a:tabLst>
                <a:tab pos="180975" algn="l"/>
              </a:tabLst>
              <a:defRPr/>
            </a:pPr>
            <a:r>
              <a:rPr lang="en-US" sz="1000" kern="150" dirty="0" err="1">
                <a:solidFill>
                  <a:srgbClr val="000000"/>
                </a:solidFill>
                <a:effectLst/>
                <a:ea typeface="Calibri" panose="020F0502020204030204" pitchFamily="34" charset="0"/>
              </a:rPr>
              <a:t>B</a:t>
            </a:r>
            <a:r>
              <a:rPr lang="en-US" sz="1000" dirty="0" err="1">
                <a:solidFill>
                  <a:prstClr val="black"/>
                </a:solidFill>
              </a:rPr>
              <a:t>.Tech</a:t>
            </a:r>
            <a:r>
              <a:rPr lang="en-US" sz="1000" dirty="0">
                <a:solidFill>
                  <a:prstClr val="black"/>
                </a:solidFill>
              </a:rPr>
              <a:t> from SASTRA University, Tamil Nadu in the year 2015 .</a:t>
            </a:r>
            <a:endParaRPr lang="en-IN" sz="1000" dirty="0">
              <a:solidFill>
                <a:prstClr val="black"/>
              </a:solidFill>
            </a:endParaRPr>
          </a:p>
          <a:p>
            <a:pPr marL="171450" lvl="1" indent="-171450" fontAlgn="base">
              <a:lnSpc>
                <a:spcPct val="114000"/>
              </a:lnSpc>
              <a:spcBef>
                <a:spcPts val="100"/>
              </a:spcBef>
              <a:spcAft>
                <a:spcPts val="200"/>
              </a:spcAft>
              <a:buClr>
                <a:srgbClr val="0070AD"/>
              </a:buClr>
              <a:buSzPct val="100000"/>
              <a:buFont typeface="Wingdings" panose="05000000000000000000" pitchFamily="2" charset="2"/>
              <a:buChar char="§"/>
              <a:tabLst>
                <a:tab pos="180975" algn="l"/>
              </a:tabLst>
              <a:defRPr/>
            </a:pPr>
            <a:endParaRPr lang="en-US" sz="1000" dirty="0">
              <a:solidFill>
                <a:srgbClr val="000000"/>
              </a:solidFill>
              <a:ea typeface="Verdana"/>
            </a:endParaRPr>
          </a:p>
        </p:txBody>
      </p:sp>
      <p:sp>
        <p:nvSpPr>
          <p:cNvPr id="43" name="Rectangle : coins arrondis 107">
            <a:extLst>
              <a:ext uri="{FF2B5EF4-FFF2-40B4-BE49-F238E27FC236}">
                <a16:creationId xmlns:a16="http://schemas.microsoft.com/office/drawing/2014/main" id="{0AEC2456-15EE-4035-B9AE-DB6E4C455324}"/>
              </a:ext>
            </a:extLst>
          </p:cNvPr>
          <p:cNvSpPr/>
          <p:nvPr/>
        </p:nvSpPr>
        <p:spPr bwMode="auto">
          <a:xfrm>
            <a:off x="3896288" y="5338138"/>
            <a:ext cx="3241119" cy="1347281"/>
          </a:xfrm>
          <a:prstGeom prst="roundRect">
            <a:avLst>
              <a:gd name="adj" fmla="val 8548"/>
            </a:avLst>
          </a:prstGeom>
          <a:solidFill>
            <a:schemeClr val="bg1">
              <a:lumMod val="95000"/>
            </a:schemeClr>
          </a:solidFill>
          <a:ln w="6350" cap="flat" cmpd="sng" algn="ctr">
            <a:noFill/>
            <a:prstDash val="solid"/>
            <a:round/>
            <a:headEnd type="none" w="med" len="med"/>
            <a:tailEnd type="none" w="med" len="med"/>
          </a:ln>
          <a:effectLst/>
        </p:spPr>
        <p:txBody>
          <a:bodyPr vert="horz" wrap="square" lIns="108000" tIns="182880" rIns="36000" bIns="36000" numCol="1" rtlCol="0" anchor="t" anchorCtr="0" compatLnSpc="1">
            <a:prstTxWarp prst="textNoShape">
              <a:avLst/>
            </a:prstTxWarp>
            <a:noAutofit/>
          </a:bodyPr>
          <a:lstStyle/>
          <a:p>
            <a:pPr marL="171450" lvl="1" indent="-171450" fontAlgn="base">
              <a:lnSpc>
                <a:spcPct val="114000"/>
              </a:lnSpc>
              <a:spcBef>
                <a:spcPts val="100"/>
              </a:spcBef>
              <a:spcAft>
                <a:spcPts val="200"/>
              </a:spcAft>
              <a:buClr>
                <a:srgbClr val="0070AD"/>
              </a:buClr>
              <a:buSzPct val="100000"/>
              <a:buFont typeface="Wingdings" panose="05000000000000000000" pitchFamily="2" charset="2"/>
              <a:buChar char="§"/>
              <a:tabLst>
                <a:tab pos="180975" algn="l"/>
              </a:tabLst>
              <a:defRPr/>
            </a:pPr>
            <a:r>
              <a:rPr lang="en-US" sz="1000" dirty="0">
                <a:latin typeface="Calibri" panose="020F0502020204030204" pitchFamily="34" charset="0"/>
                <a:ea typeface="Times New Roman" panose="02020603050405020304" pitchFamily="18" charset="0"/>
              </a:rPr>
              <a:t> </a:t>
            </a:r>
            <a:r>
              <a:rPr lang="en-US" sz="1000" dirty="0">
                <a:solidFill>
                  <a:srgbClr val="000000"/>
                </a:solidFill>
                <a:ea typeface="Verdana"/>
              </a:rPr>
              <a:t>Ability to find out RCA and resolved issue.</a:t>
            </a:r>
          </a:p>
          <a:p>
            <a:pPr marL="171450" lvl="1" indent="-171450" fontAlgn="base">
              <a:lnSpc>
                <a:spcPct val="114000"/>
              </a:lnSpc>
              <a:spcBef>
                <a:spcPts val="100"/>
              </a:spcBef>
              <a:spcAft>
                <a:spcPts val="200"/>
              </a:spcAft>
              <a:buClr>
                <a:srgbClr val="0070AD"/>
              </a:buClr>
              <a:buSzPct val="100000"/>
              <a:buFont typeface="Wingdings" panose="05000000000000000000" pitchFamily="2" charset="2"/>
              <a:buChar char="§"/>
              <a:tabLst>
                <a:tab pos="180975" algn="l"/>
              </a:tabLst>
              <a:defRPr/>
            </a:pPr>
            <a:r>
              <a:rPr lang="en-US" sz="1000" dirty="0">
                <a:solidFill>
                  <a:srgbClr val="000000"/>
                </a:solidFill>
                <a:ea typeface="Verdana"/>
              </a:rPr>
              <a:t>Knowledge sharing and team collaboration.</a:t>
            </a:r>
          </a:p>
          <a:p>
            <a:pPr marL="171450" lvl="1" indent="-171450" fontAlgn="base">
              <a:lnSpc>
                <a:spcPct val="114000"/>
              </a:lnSpc>
              <a:spcBef>
                <a:spcPts val="100"/>
              </a:spcBef>
              <a:spcAft>
                <a:spcPts val="200"/>
              </a:spcAft>
              <a:buClr>
                <a:srgbClr val="0070AD"/>
              </a:buClr>
              <a:buSzPct val="100000"/>
              <a:buFont typeface="Wingdings" panose="05000000000000000000" pitchFamily="2" charset="2"/>
              <a:buChar char="§"/>
              <a:tabLst>
                <a:tab pos="180975" algn="l"/>
              </a:tabLst>
              <a:defRPr/>
            </a:pPr>
            <a:r>
              <a:rPr lang="en-US" sz="1000" dirty="0">
                <a:solidFill>
                  <a:srgbClr val="000000"/>
                </a:solidFill>
                <a:ea typeface="Verdana"/>
              </a:rPr>
              <a:t>Quickly adjust to new environments, </a:t>
            </a:r>
          </a:p>
          <a:p>
            <a:pPr marL="171450" lvl="1" indent="-171450" fontAlgn="base">
              <a:lnSpc>
                <a:spcPct val="114000"/>
              </a:lnSpc>
              <a:spcBef>
                <a:spcPts val="100"/>
              </a:spcBef>
              <a:spcAft>
                <a:spcPts val="200"/>
              </a:spcAft>
              <a:buClr>
                <a:srgbClr val="0070AD"/>
              </a:buClr>
              <a:buSzPct val="100000"/>
              <a:buFont typeface="Wingdings" panose="05000000000000000000" pitchFamily="2" charset="2"/>
              <a:buChar char="§"/>
              <a:tabLst>
                <a:tab pos="180975" algn="l"/>
              </a:tabLst>
              <a:defRPr/>
            </a:pPr>
            <a:r>
              <a:rPr lang="en-US" sz="1000" dirty="0">
                <a:solidFill>
                  <a:srgbClr val="000000"/>
                </a:solidFill>
                <a:ea typeface="Verdana"/>
              </a:rPr>
              <a:t>Flexible and prioritize tasks, meet deadlines to maximize productivity.</a:t>
            </a:r>
          </a:p>
          <a:p>
            <a:pPr marL="171450" lvl="1" indent="-171450" fontAlgn="base">
              <a:lnSpc>
                <a:spcPct val="114000"/>
              </a:lnSpc>
              <a:spcBef>
                <a:spcPts val="100"/>
              </a:spcBef>
              <a:spcAft>
                <a:spcPts val="200"/>
              </a:spcAft>
              <a:buClr>
                <a:srgbClr val="0070AD"/>
              </a:buClr>
              <a:buSzPct val="100000"/>
              <a:buFont typeface="Wingdings" panose="05000000000000000000" pitchFamily="2" charset="2"/>
              <a:buChar char="§"/>
              <a:tabLst>
                <a:tab pos="180975" algn="l"/>
              </a:tabLst>
              <a:defRPr/>
            </a:pPr>
            <a:endParaRPr lang="en-US" sz="1000" dirty="0">
              <a:solidFill>
                <a:srgbClr val="000000"/>
              </a:solidFill>
              <a:ea typeface="Verdana"/>
            </a:endParaRPr>
          </a:p>
        </p:txBody>
      </p:sp>
      <p:sp>
        <p:nvSpPr>
          <p:cNvPr id="44" name="Rectangle : coins arrondis 115">
            <a:extLst>
              <a:ext uri="{FF2B5EF4-FFF2-40B4-BE49-F238E27FC236}">
                <a16:creationId xmlns:a16="http://schemas.microsoft.com/office/drawing/2014/main" id="{B6F3BB24-763B-4D8A-9B80-E882005FB07A}"/>
              </a:ext>
            </a:extLst>
          </p:cNvPr>
          <p:cNvSpPr/>
          <p:nvPr/>
        </p:nvSpPr>
        <p:spPr bwMode="auto">
          <a:xfrm>
            <a:off x="7369397" y="5050932"/>
            <a:ext cx="4565427" cy="1547830"/>
          </a:xfrm>
          <a:prstGeom prst="roundRect">
            <a:avLst>
              <a:gd name="adj" fmla="val 8548"/>
            </a:avLst>
          </a:prstGeom>
          <a:solidFill>
            <a:schemeClr val="bg1">
              <a:lumMod val="95000"/>
            </a:schemeClr>
          </a:solidFill>
          <a:ln w="6350" cap="flat" cmpd="sng" algn="ctr">
            <a:noFill/>
            <a:prstDash val="solid"/>
            <a:round/>
            <a:headEnd type="none" w="med" len="med"/>
            <a:tailEnd type="none" w="med" len="med"/>
          </a:ln>
          <a:effectLst/>
        </p:spPr>
        <p:txBody>
          <a:bodyPr vert="horz" wrap="square" lIns="108000" tIns="182880" rIns="36000" bIns="36000" numCol="1" rtlCol="0" anchor="t" anchorCtr="0" compatLnSpc="1">
            <a:prstTxWarp prst="textNoShape">
              <a:avLst/>
            </a:prstTxWarp>
            <a:noAutofit/>
          </a:bodyPr>
          <a:lstStyle/>
          <a:p>
            <a:pPr marL="171450" indent="-171450">
              <a:lnSpc>
                <a:spcPct val="114000"/>
              </a:lnSpc>
              <a:spcBef>
                <a:spcPts val="100"/>
              </a:spcBef>
              <a:spcAft>
                <a:spcPts val="200"/>
              </a:spcAft>
              <a:buClr>
                <a:srgbClr val="0070AD"/>
              </a:buClr>
              <a:buFont typeface="Wingdings" panose="05000000000000000000" pitchFamily="2" charset="2"/>
              <a:buChar char="§"/>
              <a:defRPr/>
            </a:pPr>
            <a:r>
              <a:rPr lang="en-US" sz="1000" dirty="0">
                <a:solidFill>
                  <a:srgbClr val="000000"/>
                </a:solidFill>
                <a:ea typeface="Verdana"/>
              </a:rPr>
              <a:t>Python, </a:t>
            </a:r>
            <a:r>
              <a:rPr lang="en-US" sz="1000" dirty="0" err="1">
                <a:solidFill>
                  <a:srgbClr val="000000"/>
                </a:solidFill>
                <a:ea typeface="Verdana"/>
              </a:rPr>
              <a:t>Powershell</a:t>
            </a:r>
            <a:r>
              <a:rPr lang="en-US" sz="1000" dirty="0">
                <a:solidFill>
                  <a:srgbClr val="000000"/>
                </a:solidFill>
                <a:ea typeface="Verdana"/>
              </a:rPr>
              <a:t>, Citrix Cloud, </a:t>
            </a:r>
            <a:r>
              <a:rPr lang="en-US" sz="1000" dirty="0" err="1">
                <a:solidFill>
                  <a:srgbClr val="000000"/>
                </a:solidFill>
                <a:ea typeface="Verdana"/>
              </a:rPr>
              <a:t>Devops</a:t>
            </a:r>
            <a:r>
              <a:rPr lang="en-US" sz="1000" dirty="0">
                <a:solidFill>
                  <a:srgbClr val="000000"/>
                </a:solidFill>
                <a:ea typeface="Verdana"/>
              </a:rPr>
              <a:t>, Jenkins, Kubernetes, Terraform, Azure.</a:t>
            </a:r>
            <a:endParaRPr lang="en-IN" sz="1000" dirty="0">
              <a:solidFill>
                <a:srgbClr val="000000"/>
              </a:solidFill>
              <a:ea typeface="Verdana"/>
            </a:endParaRPr>
          </a:p>
          <a:p>
            <a:pPr>
              <a:lnSpc>
                <a:spcPct val="114000"/>
              </a:lnSpc>
              <a:spcBef>
                <a:spcPts val="100"/>
              </a:spcBef>
              <a:spcAft>
                <a:spcPts val="200"/>
              </a:spcAft>
              <a:buClr>
                <a:srgbClr val="0070AD"/>
              </a:buClr>
              <a:defRPr/>
            </a:pPr>
            <a:endParaRPr lang="en-IN" sz="1000" dirty="0">
              <a:solidFill>
                <a:srgbClr val="000000"/>
              </a:solidFill>
            </a:endParaRPr>
          </a:p>
          <a:p>
            <a:pPr marL="171450" indent="-171450">
              <a:lnSpc>
                <a:spcPct val="114000"/>
              </a:lnSpc>
              <a:spcBef>
                <a:spcPts val="100"/>
              </a:spcBef>
              <a:spcAft>
                <a:spcPts val="200"/>
              </a:spcAft>
              <a:buClr>
                <a:srgbClr val="0070AD"/>
              </a:buClr>
              <a:buFont typeface="Wingdings" panose="05000000000000000000" pitchFamily="2" charset="2"/>
              <a:buChar char="§"/>
              <a:defRPr/>
            </a:pPr>
            <a:endParaRPr lang="en-IN" sz="1000" dirty="0">
              <a:solidFill>
                <a:srgbClr val="000000"/>
              </a:solidFill>
            </a:endParaRPr>
          </a:p>
          <a:p>
            <a:pPr>
              <a:lnSpc>
                <a:spcPct val="114000"/>
              </a:lnSpc>
              <a:spcBef>
                <a:spcPts val="100"/>
              </a:spcBef>
              <a:spcAft>
                <a:spcPts val="200"/>
              </a:spcAft>
              <a:buClr>
                <a:srgbClr val="0070AD"/>
              </a:buClr>
              <a:defRPr/>
            </a:pPr>
            <a:endParaRPr lang="en-IN" sz="1000" dirty="0">
              <a:solidFill>
                <a:srgbClr val="000000"/>
              </a:solidFill>
            </a:endParaRPr>
          </a:p>
          <a:p>
            <a:pPr>
              <a:lnSpc>
                <a:spcPct val="114000"/>
              </a:lnSpc>
              <a:spcBef>
                <a:spcPts val="100"/>
              </a:spcBef>
              <a:spcAft>
                <a:spcPts val="200"/>
              </a:spcAft>
              <a:buClr>
                <a:srgbClr val="0070AD"/>
              </a:buClr>
              <a:defRPr/>
            </a:pPr>
            <a:endParaRPr lang="en-IN" sz="1000" dirty="0">
              <a:solidFill>
                <a:srgbClr val="000000"/>
              </a:solidFill>
              <a:hlinkClick r:id="rId3">
                <a:extLst>
                  <a:ext uri="{A12FA001-AC4F-418D-AE19-62706E023703}">
                    <ahyp:hlinkClr xmlns:ahyp="http://schemas.microsoft.com/office/drawing/2018/hyperlinkcolor" val="tx"/>
                  </a:ext>
                </a:extLst>
              </a:hlinkClick>
            </a:endParaRPr>
          </a:p>
          <a:p>
            <a:pPr>
              <a:lnSpc>
                <a:spcPct val="113999"/>
              </a:lnSpc>
              <a:spcBef>
                <a:spcPts val="100"/>
              </a:spcBef>
              <a:spcAft>
                <a:spcPts val="200"/>
              </a:spcAft>
              <a:buClr>
                <a:srgbClr val="0070AD"/>
              </a:buClr>
              <a:defRPr/>
            </a:pPr>
            <a:endParaRPr lang="en-US" sz="1000" dirty="0" err="1">
              <a:solidFill>
                <a:srgbClr val="000000"/>
              </a:solidFill>
              <a:latin typeface="Verdana"/>
            </a:endParaRPr>
          </a:p>
          <a:p>
            <a:pPr>
              <a:lnSpc>
                <a:spcPct val="114000"/>
              </a:lnSpc>
              <a:spcBef>
                <a:spcPts val="100"/>
              </a:spcBef>
              <a:spcAft>
                <a:spcPts val="200"/>
              </a:spcAft>
              <a:buClr>
                <a:srgbClr val="0070AD"/>
              </a:buClr>
              <a:defRPr/>
            </a:pPr>
            <a:endParaRPr lang="en-US" sz="1000" dirty="0">
              <a:solidFill>
                <a:srgbClr val="000000"/>
              </a:solidFill>
              <a:latin typeface="Verdana"/>
              <a:ea typeface="Verdana"/>
            </a:endParaRPr>
          </a:p>
        </p:txBody>
      </p:sp>
      <p:sp>
        <p:nvSpPr>
          <p:cNvPr id="45" name="Rectangle : coins arrondis 133">
            <a:extLst>
              <a:ext uri="{FF2B5EF4-FFF2-40B4-BE49-F238E27FC236}">
                <a16:creationId xmlns:a16="http://schemas.microsoft.com/office/drawing/2014/main" id="{6C1DA306-71E0-41E2-AD76-BFE717447281}"/>
              </a:ext>
            </a:extLst>
          </p:cNvPr>
          <p:cNvSpPr/>
          <p:nvPr/>
        </p:nvSpPr>
        <p:spPr bwMode="auto">
          <a:xfrm>
            <a:off x="308847" y="2023785"/>
            <a:ext cx="3415428" cy="2746095"/>
          </a:xfrm>
          <a:prstGeom prst="roundRect">
            <a:avLst>
              <a:gd name="adj" fmla="val 6556"/>
            </a:avLst>
          </a:prstGeom>
          <a:solidFill>
            <a:schemeClr val="bg1">
              <a:lumMod val="95000"/>
            </a:schemeClr>
          </a:solidFill>
          <a:ln w="6350" cap="flat" cmpd="sng" algn="ctr">
            <a:noFill/>
            <a:prstDash val="solid"/>
            <a:round/>
            <a:headEnd type="none" w="med" len="med"/>
            <a:tailEnd type="none" w="med" len="med"/>
          </a:ln>
          <a:effectLst/>
        </p:spPr>
        <p:txBody>
          <a:bodyPr vert="horz" wrap="square" lIns="108000" tIns="216000" rIns="0" bIns="36000" numCol="1" rtlCol="0" anchor="t" anchorCtr="0" compatLnSpc="1">
            <a:prstTxWarp prst="textNoShape">
              <a:avLst/>
            </a:prstTxWarp>
            <a:noAutofit/>
          </a:bodyPr>
          <a:lstStyle/>
          <a:p>
            <a:pPr marL="171450" indent="-171450">
              <a:spcBef>
                <a:spcPct val="50000"/>
              </a:spcBef>
              <a:buClr>
                <a:srgbClr val="8A2B45"/>
              </a:buClr>
              <a:buSzPct val="120000"/>
              <a:buFont typeface="Arial" panose="020B0604020202020204" pitchFamily="34" charset="0"/>
              <a:buChar char="•"/>
            </a:pPr>
            <a:r>
              <a:rPr lang="en-IN" sz="1000" dirty="0">
                <a:solidFill>
                  <a:prstClr val="black"/>
                </a:solidFill>
              </a:rPr>
              <a:t>Python / </a:t>
            </a:r>
            <a:r>
              <a:rPr lang="en-IN" sz="1000" dirty="0" err="1">
                <a:solidFill>
                  <a:prstClr val="black"/>
                </a:solidFill>
              </a:rPr>
              <a:t>Pytest</a:t>
            </a:r>
            <a:endParaRPr lang="en-IN" sz="1000" dirty="0">
              <a:solidFill>
                <a:prstClr val="black"/>
              </a:solidFill>
            </a:endParaRPr>
          </a:p>
          <a:p>
            <a:pPr marL="171450" indent="-171450">
              <a:spcBef>
                <a:spcPct val="50000"/>
              </a:spcBef>
              <a:buClr>
                <a:srgbClr val="8A2B45"/>
              </a:buClr>
              <a:buSzPct val="120000"/>
              <a:buFont typeface="Arial" panose="020B0604020202020204" pitchFamily="34" charset="0"/>
              <a:buChar char="•"/>
            </a:pPr>
            <a:r>
              <a:rPr lang="en-IN" sz="1000" dirty="0">
                <a:solidFill>
                  <a:prstClr val="black"/>
                </a:solidFill>
              </a:rPr>
              <a:t>Azure </a:t>
            </a:r>
            <a:r>
              <a:rPr lang="en-IN" sz="1000" dirty="0" err="1">
                <a:solidFill>
                  <a:prstClr val="black"/>
                </a:solidFill>
              </a:rPr>
              <a:t>Devops</a:t>
            </a:r>
            <a:endParaRPr lang="en-IN" sz="1000" dirty="0">
              <a:solidFill>
                <a:prstClr val="black"/>
              </a:solidFill>
            </a:endParaRPr>
          </a:p>
          <a:p>
            <a:pPr marL="171450" indent="-171450">
              <a:spcBef>
                <a:spcPct val="50000"/>
              </a:spcBef>
              <a:buClr>
                <a:srgbClr val="8A2B45"/>
              </a:buClr>
              <a:buSzPct val="120000"/>
              <a:buFont typeface="Arial" panose="020B0604020202020204" pitchFamily="34" charset="0"/>
              <a:buChar char="•"/>
            </a:pPr>
            <a:r>
              <a:rPr lang="en-IN" sz="1000" dirty="0">
                <a:solidFill>
                  <a:prstClr val="black"/>
                </a:solidFill>
              </a:rPr>
              <a:t>Ansible </a:t>
            </a:r>
          </a:p>
          <a:p>
            <a:pPr marL="171450" indent="-171450">
              <a:spcBef>
                <a:spcPct val="50000"/>
              </a:spcBef>
              <a:buClr>
                <a:srgbClr val="8A2B45"/>
              </a:buClr>
              <a:buSzPct val="120000"/>
              <a:buFont typeface="Arial" panose="020B0604020202020204" pitchFamily="34" charset="0"/>
              <a:buChar char="•"/>
            </a:pPr>
            <a:r>
              <a:rPr lang="en-IN" sz="1000" dirty="0">
                <a:solidFill>
                  <a:prstClr val="black"/>
                </a:solidFill>
              </a:rPr>
              <a:t>GIT</a:t>
            </a:r>
            <a:br>
              <a:rPr lang="en-IN" sz="1000" dirty="0">
                <a:solidFill>
                  <a:prstClr val="black"/>
                </a:solidFill>
              </a:rPr>
            </a:br>
            <a:r>
              <a:rPr lang="en-IN" sz="1000" dirty="0">
                <a:solidFill>
                  <a:prstClr val="black"/>
                </a:solidFill>
              </a:rPr>
              <a:t>JIRA</a:t>
            </a:r>
          </a:p>
          <a:p>
            <a:pPr marL="171450" indent="-171450">
              <a:spcBef>
                <a:spcPct val="50000"/>
              </a:spcBef>
              <a:buClr>
                <a:srgbClr val="8A2B45"/>
              </a:buClr>
              <a:buSzPct val="120000"/>
              <a:buFont typeface="Arial" panose="020B0604020202020204" pitchFamily="34" charset="0"/>
              <a:buChar char="•"/>
            </a:pPr>
            <a:r>
              <a:rPr lang="en-IN" sz="1000" dirty="0">
                <a:solidFill>
                  <a:prstClr val="black"/>
                </a:solidFill>
              </a:rPr>
              <a:t>Jenkins</a:t>
            </a:r>
          </a:p>
          <a:p>
            <a:pPr marL="171450" indent="-171450">
              <a:spcBef>
                <a:spcPct val="50000"/>
              </a:spcBef>
              <a:buClr>
                <a:srgbClr val="8A2B45"/>
              </a:buClr>
              <a:buSzPct val="120000"/>
              <a:buFont typeface="Arial" panose="020B0604020202020204" pitchFamily="34" charset="0"/>
              <a:buChar char="•"/>
            </a:pPr>
            <a:r>
              <a:rPr lang="en-IN" sz="1000" dirty="0">
                <a:solidFill>
                  <a:prstClr val="black"/>
                </a:solidFill>
              </a:rPr>
              <a:t>Kubernetes</a:t>
            </a:r>
          </a:p>
          <a:p>
            <a:pPr marL="171450" indent="-171450">
              <a:spcBef>
                <a:spcPct val="50000"/>
              </a:spcBef>
              <a:buClr>
                <a:srgbClr val="8A2B45"/>
              </a:buClr>
              <a:buSzPct val="120000"/>
              <a:buFont typeface="Arial" panose="020B0604020202020204" pitchFamily="34" charset="0"/>
              <a:buChar char="•"/>
            </a:pPr>
            <a:r>
              <a:rPr lang="en-IN" sz="1000" dirty="0">
                <a:solidFill>
                  <a:prstClr val="black"/>
                </a:solidFill>
              </a:rPr>
              <a:t>Terraform</a:t>
            </a:r>
          </a:p>
          <a:p>
            <a:pPr marL="171450" indent="-171450">
              <a:spcBef>
                <a:spcPct val="50000"/>
              </a:spcBef>
              <a:buClr>
                <a:srgbClr val="8A2B45"/>
              </a:buClr>
              <a:buSzPct val="120000"/>
              <a:buFont typeface="Arial" panose="020B0604020202020204" pitchFamily="34" charset="0"/>
              <a:buChar char="•"/>
            </a:pPr>
            <a:r>
              <a:rPr lang="en-IN" sz="1000" dirty="0">
                <a:solidFill>
                  <a:prstClr val="black"/>
                </a:solidFill>
              </a:rPr>
              <a:t>PowerShell/Python/Bash</a:t>
            </a:r>
          </a:p>
          <a:p>
            <a:pPr marL="171450" indent="-171450">
              <a:spcBef>
                <a:spcPct val="50000"/>
              </a:spcBef>
              <a:buClr>
                <a:srgbClr val="8A2B45"/>
              </a:buClr>
              <a:buSzPct val="120000"/>
              <a:buFont typeface="Arial" panose="020B0604020202020204" pitchFamily="34" charset="0"/>
              <a:buChar char="•"/>
            </a:pPr>
            <a:r>
              <a:rPr lang="en-IN" sz="1000" dirty="0">
                <a:solidFill>
                  <a:prstClr val="black"/>
                </a:solidFill>
              </a:rPr>
              <a:t>Ansible</a:t>
            </a:r>
          </a:p>
          <a:p>
            <a:pPr marL="171450" indent="-171450">
              <a:spcBef>
                <a:spcPct val="50000"/>
              </a:spcBef>
              <a:buClr>
                <a:srgbClr val="8A2B45"/>
              </a:buClr>
              <a:buSzPct val="120000"/>
              <a:buFont typeface="Arial" panose="020B0604020202020204" pitchFamily="34" charset="0"/>
              <a:buChar char="•"/>
            </a:pPr>
            <a:r>
              <a:rPr lang="en-IN" sz="1000" dirty="0">
                <a:solidFill>
                  <a:prstClr val="black"/>
                </a:solidFill>
              </a:rPr>
              <a:t>CI/CD</a:t>
            </a:r>
          </a:p>
        </p:txBody>
      </p:sp>
      <p:sp>
        <p:nvSpPr>
          <p:cNvPr id="46" name="Rectangle : avec coin arrondi 134">
            <a:extLst>
              <a:ext uri="{FF2B5EF4-FFF2-40B4-BE49-F238E27FC236}">
                <a16:creationId xmlns:a16="http://schemas.microsoft.com/office/drawing/2014/main" id="{B256C476-8CEF-42AA-9CAE-B266EB2D441B}"/>
              </a:ext>
            </a:extLst>
          </p:cNvPr>
          <p:cNvSpPr/>
          <p:nvPr/>
        </p:nvSpPr>
        <p:spPr bwMode="auto">
          <a:xfrm>
            <a:off x="327897" y="1846599"/>
            <a:ext cx="3367803" cy="288000"/>
          </a:xfrm>
          <a:prstGeom prst="round1Rect">
            <a:avLst>
              <a:gd name="adj" fmla="val 50000"/>
            </a:avLst>
          </a:prstGeom>
          <a:solidFill>
            <a:srgbClr val="6D64CC"/>
          </a:solidFill>
          <a:ln w="19050" cap="flat" cmpd="sng" algn="ctr">
            <a:noFill/>
            <a:prstDash val="solid"/>
          </a:ln>
          <a:effectLst/>
        </p:spPr>
        <p:txBody>
          <a:bodyPr anchor="ctr" anchorCtr="0">
            <a:noAutofit/>
          </a:bodyPr>
          <a:lstStyle/>
          <a:p>
            <a:pPr marL="0" marR="0" lvl="0" indent="0" algn="ctr" defTabSz="914400" rtl="0" eaLnBrk="1" fontAlgn="auto" latinLnBrk="0" hangingPunct="1">
              <a:lnSpc>
                <a:spcPct val="100000"/>
              </a:lnSpc>
              <a:spcBef>
                <a:spcPts val="0"/>
              </a:spcBef>
              <a:spcAft>
                <a:spcPct val="50000"/>
              </a:spcAft>
              <a:buClrTx/>
              <a:buSzTx/>
              <a:buFontTx/>
              <a:buNone/>
              <a:tabLst/>
              <a:defRPr/>
            </a:pPr>
            <a:r>
              <a:rPr kumimoji="0" lang="en-US" sz="1400" b="1" i="0" u="none" strike="noStrike" kern="0" cap="none" spc="0" normalizeH="0" baseline="0" noProof="0">
                <a:ln>
                  <a:noFill/>
                </a:ln>
                <a:solidFill>
                  <a:srgbClr val="FFFFFF"/>
                </a:solidFill>
                <a:effectLst/>
                <a:uLnTx/>
                <a:uFillTx/>
                <a:latin typeface="Verdana"/>
                <a:ea typeface="+mn-ea"/>
                <a:cs typeface="+mn-cs"/>
              </a:rPr>
              <a:t>Key Competence</a:t>
            </a:r>
          </a:p>
        </p:txBody>
      </p:sp>
      <p:sp>
        <p:nvSpPr>
          <p:cNvPr id="47" name="Freeform 20">
            <a:extLst>
              <a:ext uri="{FF2B5EF4-FFF2-40B4-BE49-F238E27FC236}">
                <a16:creationId xmlns:a16="http://schemas.microsoft.com/office/drawing/2014/main" id="{188ACAB2-F630-4B50-B534-0EC332738055}"/>
              </a:ext>
            </a:extLst>
          </p:cNvPr>
          <p:cNvSpPr>
            <a:spLocks/>
          </p:cNvSpPr>
          <p:nvPr/>
        </p:nvSpPr>
        <p:spPr bwMode="auto">
          <a:xfrm>
            <a:off x="205482" y="1787223"/>
            <a:ext cx="406752" cy="406752"/>
          </a:xfrm>
          <a:prstGeom prst="ellipse">
            <a:avLst/>
          </a:prstGeom>
          <a:solidFill>
            <a:srgbClr val="6D64CC"/>
          </a:solid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48" name="Freeform 57">
            <a:extLst>
              <a:ext uri="{FF2B5EF4-FFF2-40B4-BE49-F238E27FC236}">
                <a16:creationId xmlns:a16="http://schemas.microsoft.com/office/drawing/2014/main" id="{5F5F8EE7-93B7-421C-8EA3-D8CA76836444}"/>
              </a:ext>
            </a:extLst>
          </p:cNvPr>
          <p:cNvSpPr>
            <a:spLocks noEditPoints="1"/>
          </p:cNvSpPr>
          <p:nvPr/>
        </p:nvSpPr>
        <p:spPr bwMode="auto">
          <a:xfrm>
            <a:off x="6190591" y="664733"/>
            <a:ext cx="334710" cy="439904"/>
          </a:xfrm>
          <a:custGeom>
            <a:avLst/>
            <a:gdLst>
              <a:gd name="T0" fmla="*/ 264 w 280"/>
              <a:gd name="T1" fmla="*/ 334 h 368"/>
              <a:gd name="T2" fmla="*/ 50 w 280"/>
              <a:gd name="T3" fmla="*/ 334 h 368"/>
              <a:gd name="T4" fmla="*/ 42 w 280"/>
              <a:gd name="T5" fmla="*/ 332 h 368"/>
              <a:gd name="T6" fmla="*/ 34 w 280"/>
              <a:gd name="T7" fmla="*/ 322 h 368"/>
              <a:gd name="T8" fmla="*/ 34 w 280"/>
              <a:gd name="T9" fmla="*/ 316 h 368"/>
              <a:gd name="T10" fmla="*/ 34 w 280"/>
              <a:gd name="T11" fmla="*/ 16 h 368"/>
              <a:gd name="T12" fmla="*/ 36 w 280"/>
              <a:gd name="T13" fmla="*/ 6 h 368"/>
              <a:gd name="T14" fmla="*/ 50 w 280"/>
              <a:gd name="T15" fmla="*/ 0 h 368"/>
              <a:gd name="T16" fmla="*/ 140 w 280"/>
              <a:gd name="T17" fmla="*/ 0 h 368"/>
              <a:gd name="T18" fmla="*/ 140 w 280"/>
              <a:gd name="T19" fmla="*/ 64 h 368"/>
              <a:gd name="T20" fmla="*/ 140 w 280"/>
              <a:gd name="T21" fmla="*/ 98 h 368"/>
              <a:gd name="T22" fmla="*/ 140 w 280"/>
              <a:gd name="T23" fmla="*/ 104 h 368"/>
              <a:gd name="T24" fmla="*/ 150 w 280"/>
              <a:gd name="T25" fmla="*/ 122 h 368"/>
              <a:gd name="T26" fmla="*/ 162 w 280"/>
              <a:gd name="T27" fmla="*/ 130 h 368"/>
              <a:gd name="T28" fmla="*/ 174 w 280"/>
              <a:gd name="T29" fmla="*/ 132 h 368"/>
              <a:gd name="T30" fmla="*/ 208 w 280"/>
              <a:gd name="T31" fmla="*/ 132 h 368"/>
              <a:gd name="T32" fmla="*/ 280 w 280"/>
              <a:gd name="T33" fmla="*/ 132 h 368"/>
              <a:gd name="T34" fmla="*/ 280 w 280"/>
              <a:gd name="T35" fmla="*/ 270 h 368"/>
              <a:gd name="T36" fmla="*/ 280 w 280"/>
              <a:gd name="T37" fmla="*/ 316 h 368"/>
              <a:gd name="T38" fmla="*/ 280 w 280"/>
              <a:gd name="T39" fmla="*/ 322 h 368"/>
              <a:gd name="T40" fmla="*/ 272 w 280"/>
              <a:gd name="T41" fmla="*/ 332 h 368"/>
              <a:gd name="T42" fmla="*/ 264 w 280"/>
              <a:gd name="T43" fmla="*/ 334 h 368"/>
              <a:gd name="T44" fmla="*/ 174 w 280"/>
              <a:gd name="T45" fmla="*/ 116 h 368"/>
              <a:gd name="T46" fmla="*/ 168 w 280"/>
              <a:gd name="T47" fmla="*/ 114 h 368"/>
              <a:gd name="T48" fmla="*/ 158 w 280"/>
              <a:gd name="T49" fmla="*/ 104 h 368"/>
              <a:gd name="T50" fmla="*/ 156 w 280"/>
              <a:gd name="T51" fmla="*/ 98 h 368"/>
              <a:gd name="T52" fmla="*/ 156 w 280"/>
              <a:gd name="T53" fmla="*/ 64 h 368"/>
              <a:gd name="T54" fmla="*/ 156 w 280"/>
              <a:gd name="T55" fmla="*/ 0 h 368"/>
              <a:gd name="T56" fmla="*/ 280 w 280"/>
              <a:gd name="T57" fmla="*/ 116 h 368"/>
              <a:gd name="T58" fmla="*/ 174 w 280"/>
              <a:gd name="T59" fmla="*/ 116 h 368"/>
              <a:gd name="T60" fmla="*/ 174 w 280"/>
              <a:gd name="T61" fmla="*/ 116 h 368"/>
              <a:gd name="T62" fmla="*/ 64 w 280"/>
              <a:gd name="T63" fmla="*/ 350 h 368"/>
              <a:gd name="T64" fmla="*/ 76 w 280"/>
              <a:gd name="T65" fmla="*/ 350 h 368"/>
              <a:gd name="T66" fmla="*/ 188 w 280"/>
              <a:gd name="T67" fmla="*/ 350 h 368"/>
              <a:gd name="T68" fmla="*/ 212 w 280"/>
              <a:gd name="T69" fmla="*/ 350 h 368"/>
              <a:gd name="T70" fmla="*/ 246 w 280"/>
              <a:gd name="T71" fmla="*/ 350 h 368"/>
              <a:gd name="T72" fmla="*/ 246 w 280"/>
              <a:gd name="T73" fmla="*/ 356 h 368"/>
              <a:gd name="T74" fmla="*/ 238 w 280"/>
              <a:gd name="T75" fmla="*/ 366 h 368"/>
              <a:gd name="T76" fmla="*/ 230 w 280"/>
              <a:gd name="T77" fmla="*/ 368 h 368"/>
              <a:gd name="T78" fmla="*/ 34 w 280"/>
              <a:gd name="T79" fmla="*/ 368 h 368"/>
              <a:gd name="T80" fmla="*/ 18 w 280"/>
              <a:gd name="T81" fmla="*/ 364 h 368"/>
              <a:gd name="T82" fmla="*/ 8 w 280"/>
              <a:gd name="T83" fmla="*/ 356 h 368"/>
              <a:gd name="T84" fmla="*/ 2 w 280"/>
              <a:gd name="T85" fmla="*/ 346 h 368"/>
              <a:gd name="T86" fmla="*/ 0 w 280"/>
              <a:gd name="T87" fmla="*/ 334 h 368"/>
              <a:gd name="T88" fmla="*/ 0 w 280"/>
              <a:gd name="T89" fmla="*/ 50 h 368"/>
              <a:gd name="T90" fmla="*/ 2 w 280"/>
              <a:gd name="T91" fmla="*/ 40 h 368"/>
              <a:gd name="T92" fmla="*/ 16 w 280"/>
              <a:gd name="T93" fmla="*/ 34 h 368"/>
              <a:gd name="T94" fmla="*/ 16 w 280"/>
              <a:gd name="T95" fmla="*/ 86 h 368"/>
              <a:gd name="T96" fmla="*/ 16 w 280"/>
              <a:gd name="T97" fmla="*/ 286 h 368"/>
              <a:gd name="T98" fmla="*/ 16 w 280"/>
              <a:gd name="T99" fmla="*/ 316 h 368"/>
              <a:gd name="T100" fmla="*/ 18 w 280"/>
              <a:gd name="T101" fmla="*/ 330 h 368"/>
              <a:gd name="T102" fmla="*/ 26 w 280"/>
              <a:gd name="T103" fmla="*/ 340 h 368"/>
              <a:gd name="T104" fmla="*/ 36 w 280"/>
              <a:gd name="T105" fmla="*/ 348 h 368"/>
              <a:gd name="T106" fmla="*/ 50 w 280"/>
              <a:gd name="T107" fmla="*/ 350 h 368"/>
              <a:gd name="T108" fmla="*/ 64 w 280"/>
              <a:gd name="T109" fmla="*/ 350 h 3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280" h="368">
                <a:moveTo>
                  <a:pt x="264" y="334"/>
                </a:moveTo>
                <a:lnTo>
                  <a:pt x="264" y="334"/>
                </a:lnTo>
                <a:lnTo>
                  <a:pt x="264" y="334"/>
                </a:lnTo>
                <a:lnTo>
                  <a:pt x="50" y="334"/>
                </a:lnTo>
                <a:lnTo>
                  <a:pt x="50" y="334"/>
                </a:lnTo>
                <a:lnTo>
                  <a:pt x="42" y="332"/>
                </a:lnTo>
                <a:lnTo>
                  <a:pt x="36" y="328"/>
                </a:lnTo>
                <a:lnTo>
                  <a:pt x="34" y="322"/>
                </a:lnTo>
                <a:lnTo>
                  <a:pt x="34" y="316"/>
                </a:lnTo>
                <a:lnTo>
                  <a:pt x="34" y="316"/>
                </a:lnTo>
                <a:lnTo>
                  <a:pt x="34" y="16"/>
                </a:lnTo>
                <a:lnTo>
                  <a:pt x="34" y="16"/>
                </a:lnTo>
                <a:lnTo>
                  <a:pt x="34" y="10"/>
                </a:lnTo>
                <a:lnTo>
                  <a:pt x="36" y="6"/>
                </a:lnTo>
                <a:lnTo>
                  <a:pt x="42" y="0"/>
                </a:lnTo>
                <a:lnTo>
                  <a:pt x="50" y="0"/>
                </a:lnTo>
                <a:lnTo>
                  <a:pt x="50" y="0"/>
                </a:lnTo>
                <a:lnTo>
                  <a:pt x="140" y="0"/>
                </a:lnTo>
                <a:lnTo>
                  <a:pt x="140" y="0"/>
                </a:lnTo>
                <a:lnTo>
                  <a:pt x="140" y="64"/>
                </a:lnTo>
                <a:lnTo>
                  <a:pt x="140" y="64"/>
                </a:lnTo>
                <a:lnTo>
                  <a:pt x="140" y="98"/>
                </a:lnTo>
                <a:lnTo>
                  <a:pt x="140" y="98"/>
                </a:lnTo>
                <a:lnTo>
                  <a:pt x="140" y="104"/>
                </a:lnTo>
                <a:lnTo>
                  <a:pt x="142" y="110"/>
                </a:lnTo>
                <a:lnTo>
                  <a:pt x="150" y="122"/>
                </a:lnTo>
                <a:lnTo>
                  <a:pt x="156" y="126"/>
                </a:lnTo>
                <a:lnTo>
                  <a:pt x="162" y="130"/>
                </a:lnTo>
                <a:lnTo>
                  <a:pt x="168" y="132"/>
                </a:lnTo>
                <a:lnTo>
                  <a:pt x="174" y="132"/>
                </a:lnTo>
                <a:lnTo>
                  <a:pt x="174" y="132"/>
                </a:lnTo>
                <a:lnTo>
                  <a:pt x="208" y="132"/>
                </a:lnTo>
                <a:lnTo>
                  <a:pt x="208" y="132"/>
                </a:lnTo>
                <a:lnTo>
                  <a:pt x="280" y="132"/>
                </a:lnTo>
                <a:lnTo>
                  <a:pt x="280" y="132"/>
                </a:lnTo>
                <a:lnTo>
                  <a:pt x="280" y="270"/>
                </a:lnTo>
                <a:lnTo>
                  <a:pt x="280" y="270"/>
                </a:lnTo>
                <a:lnTo>
                  <a:pt x="280" y="316"/>
                </a:lnTo>
                <a:lnTo>
                  <a:pt x="280" y="316"/>
                </a:lnTo>
                <a:lnTo>
                  <a:pt x="280" y="322"/>
                </a:lnTo>
                <a:lnTo>
                  <a:pt x="278" y="328"/>
                </a:lnTo>
                <a:lnTo>
                  <a:pt x="272" y="332"/>
                </a:lnTo>
                <a:lnTo>
                  <a:pt x="264" y="334"/>
                </a:lnTo>
                <a:lnTo>
                  <a:pt x="264" y="334"/>
                </a:lnTo>
                <a:close/>
                <a:moveTo>
                  <a:pt x="174" y="116"/>
                </a:moveTo>
                <a:lnTo>
                  <a:pt x="174" y="116"/>
                </a:lnTo>
                <a:lnTo>
                  <a:pt x="174" y="116"/>
                </a:lnTo>
                <a:lnTo>
                  <a:pt x="168" y="114"/>
                </a:lnTo>
                <a:lnTo>
                  <a:pt x="162" y="110"/>
                </a:lnTo>
                <a:lnTo>
                  <a:pt x="158" y="104"/>
                </a:lnTo>
                <a:lnTo>
                  <a:pt x="156" y="98"/>
                </a:lnTo>
                <a:lnTo>
                  <a:pt x="156" y="98"/>
                </a:lnTo>
                <a:lnTo>
                  <a:pt x="156" y="64"/>
                </a:lnTo>
                <a:lnTo>
                  <a:pt x="156" y="64"/>
                </a:lnTo>
                <a:lnTo>
                  <a:pt x="156" y="0"/>
                </a:lnTo>
                <a:lnTo>
                  <a:pt x="156" y="0"/>
                </a:lnTo>
                <a:lnTo>
                  <a:pt x="280" y="116"/>
                </a:lnTo>
                <a:lnTo>
                  <a:pt x="280" y="116"/>
                </a:lnTo>
                <a:lnTo>
                  <a:pt x="208" y="116"/>
                </a:lnTo>
                <a:lnTo>
                  <a:pt x="174" y="116"/>
                </a:lnTo>
                <a:lnTo>
                  <a:pt x="174" y="116"/>
                </a:lnTo>
                <a:lnTo>
                  <a:pt x="174" y="116"/>
                </a:lnTo>
                <a:close/>
                <a:moveTo>
                  <a:pt x="64" y="350"/>
                </a:moveTo>
                <a:lnTo>
                  <a:pt x="64" y="350"/>
                </a:lnTo>
                <a:lnTo>
                  <a:pt x="64" y="350"/>
                </a:lnTo>
                <a:lnTo>
                  <a:pt x="76" y="350"/>
                </a:lnTo>
                <a:lnTo>
                  <a:pt x="76" y="350"/>
                </a:lnTo>
                <a:lnTo>
                  <a:pt x="188" y="350"/>
                </a:lnTo>
                <a:lnTo>
                  <a:pt x="188" y="350"/>
                </a:lnTo>
                <a:lnTo>
                  <a:pt x="212" y="350"/>
                </a:lnTo>
                <a:lnTo>
                  <a:pt x="212" y="350"/>
                </a:lnTo>
                <a:lnTo>
                  <a:pt x="246" y="350"/>
                </a:lnTo>
                <a:lnTo>
                  <a:pt x="246" y="350"/>
                </a:lnTo>
                <a:lnTo>
                  <a:pt x="246" y="356"/>
                </a:lnTo>
                <a:lnTo>
                  <a:pt x="244" y="362"/>
                </a:lnTo>
                <a:lnTo>
                  <a:pt x="238" y="366"/>
                </a:lnTo>
                <a:lnTo>
                  <a:pt x="230" y="368"/>
                </a:lnTo>
                <a:lnTo>
                  <a:pt x="230" y="368"/>
                </a:lnTo>
                <a:lnTo>
                  <a:pt x="34" y="368"/>
                </a:lnTo>
                <a:lnTo>
                  <a:pt x="34" y="368"/>
                </a:lnTo>
                <a:lnTo>
                  <a:pt x="26" y="366"/>
                </a:lnTo>
                <a:lnTo>
                  <a:pt x="18" y="364"/>
                </a:lnTo>
                <a:lnTo>
                  <a:pt x="14" y="362"/>
                </a:lnTo>
                <a:lnTo>
                  <a:pt x="8" y="356"/>
                </a:lnTo>
                <a:lnTo>
                  <a:pt x="4" y="352"/>
                </a:lnTo>
                <a:lnTo>
                  <a:pt x="2" y="346"/>
                </a:lnTo>
                <a:lnTo>
                  <a:pt x="0" y="334"/>
                </a:lnTo>
                <a:lnTo>
                  <a:pt x="0" y="334"/>
                </a:lnTo>
                <a:lnTo>
                  <a:pt x="0" y="50"/>
                </a:lnTo>
                <a:lnTo>
                  <a:pt x="0" y="50"/>
                </a:lnTo>
                <a:lnTo>
                  <a:pt x="0" y="44"/>
                </a:lnTo>
                <a:lnTo>
                  <a:pt x="2" y="40"/>
                </a:lnTo>
                <a:lnTo>
                  <a:pt x="8" y="36"/>
                </a:lnTo>
                <a:lnTo>
                  <a:pt x="16" y="34"/>
                </a:lnTo>
                <a:lnTo>
                  <a:pt x="16" y="34"/>
                </a:lnTo>
                <a:lnTo>
                  <a:pt x="16" y="86"/>
                </a:lnTo>
                <a:lnTo>
                  <a:pt x="16" y="86"/>
                </a:lnTo>
                <a:lnTo>
                  <a:pt x="16" y="286"/>
                </a:lnTo>
                <a:lnTo>
                  <a:pt x="16" y="286"/>
                </a:lnTo>
                <a:lnTo>
                  <a:pt x="16" y="316"/>
                </a:lnTo>
                <a:lnTo>
                  <a:pt x="16" y="316"/>
                </a:lnTo>
                <a:lnTo>
                  <a:pt x="18" y="330"/>
                </a:lnTo>
                <a:lnTo>
                  <a:pt x="22" y="334"/>
                </a:lnTo>
                <a:lnTo>
                  <a:pt x="26" y="340"/>
                </a:lnTo>
                <a:lnTo>
                  <a:pt x="30" y="344"/>
                </a:lnTo>
                <a:lnTo>
                  <a:pt x="36" y="348"/>
                </a:lnTo>
                <a:lnTo>
                  <a:pt x="42" y="350"/>
                </a:lnTo>
                <a:lnTo>
                  <a:pt x="50" y="350"/>
                </a:lnTo>
                <a:lnTo>
                  <a:pt x="64" y="350"/>
                </a:lnTo>
                <a:lnTo>
                  <a:pt x="64" y="350"/>
                </a:lnTo>
                <a:lnTo>
                  <a:pt x="64" y="350"/>
                </a:lnTo>
                <a:close/>
              </a:path>
            </a:pathLst>
          </a:custGeom>
          <a:solidFill>
            <a:schemeClr val="accent3"/>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51" name="Rectangle : avec coin arrondi 9">
            <a:extLst>
              <a:ext uri="{FF2B5EF4-FFF2-40B4-BE49-F238E27FC236}">
                <a16:creationId xmlns:a16="http://schemas.microsoft.com/office/drawing/2014/main" id="{C8DDC303-8BFA-4997-95F5-002EB2F5E2F9}"/>
              </a:ext>
            </a:extLst>
          </p:cNvPr>
          <p:cNvSpPr/>
          <p:nvPr/>
        </p:nvSpPr>
        <p:spPr bwMode="auto">
          <a:xfrm>
            <a:off x="407545" y="4987558"/>
            <a:ext cx="3272553" cy="288000"/>
          </a:xfrm>
          <a:prstGeom prst="round1Rect">
            <a:avLst>
              <a:gd name="adj" fmla="val 50000"/>
            </a:avLst>
          </a:prstGeom>
          <a:solidFill>
            <a:schemeClr val="accent2"/>
          </a:solidFill>
          <a:ln w="19050" cap="flat" cmpd="sng" algn="ctr">
            <a:noFill/>
            <a:prstDash val="solid"/>
          </a:ln>
          <a:effectLst/>
        </p:spPr>
        <p:txBody>
          <a:bodyPr anchor="ctr" anchorCtr="0">
            <a:noAutofit/>
          </a:bodyPr>
          <a:lstStyle/>
          <a:p>
            <a:pPr marL="0" marR="0" lvl="0" indent="0" algn="ctr" defTabSz="914400" rtl="0" eaLnBrk="1" fontAlgn="auto" latinLnBrk="0" hangingPunct="1">
              <a:lnSpc>
                <a:spcPct val="100000"/>
              </a:lnSpc>
              <a:spcBef>
                <a:spcPts val="0"/>
              </a:spcBef>
              <a:spcAft>
                <a:spcPct val="50000"/>
              </a:spcAft>
              <a:buClrTx/>
              <a:buSzTx/>
              <a:buFontTx/>
              <a:buNone/>
              <a:tabLst/>
              <a:defRPr/>
            </a:pPr>
            <a:r>
              <a:rPr kumimoji="0" lang="en-US" sz="1400" b="1" i="0" u="none" strike="noStrike" kern="0" cap="none" spc="0" normalizeH="0" baseline="0" noProof="0">
                <a:ln>
                  <a:noFill/>
                </a:ln>
                <a:solidFill>
                  <a:srgbClr val="FFFFFF"/>
                </a:solidFill>
                <a:effectLst/>
                <a:uLnTx/>
                <a:uFillTx/>
                <a:latin typeface="Verdana"/>
                <a:ea typeface="+mn-ea"/>
                <a:cs typeface="+mn-cs"/>
              </a:rPr>
              <a:t>Education </a:t>
            </a:r>
          </a:p>
        </p:txBody>
      </p:sp>
      <p:sp>
        <p:nvSpPr>
          <p:cNvPr id="52" name="Freeform 20">
            <a:extLst>
              <a:ext uri="{FF2B5EF4-FFF2-40B4-BE49-F238E27FC236}">
                <a16:creationId xmlns:a16="http://schemas.microsoft.com/office/drawing/2014/main" id="{416895F0-C26C-44A9-882F-D8E951B68432}"/>
              </a:ext>
            </a:extLst>
          </p:cNvPr>
          <p:cNvSpPr>
            <a:spLocks/>
          </p:cNvSpPr>
          <p:nvPr/>
        </p:nvSpPr>
        <p:spPr bwMode="auto">
          <a:xfrm>
            <a:off x="190530" y="4913824"/>
            <a:ext cx="406752" cy="406752"/>
          </a:xfrm>
          <a:prstGeom prst="ellipse">
            <a:avLst/>
          </a:prstGeom>
          <a:solidFill>
            <a:schemeClr val="accent2"/>
          </a:solid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76" name="Rectangle : avec coin arrondi 116">
            <a:extLst>
              <a:ext uri="{FF2B5EF4-FFF2-40B4-BE49-F238E27FC236}">
                <a16:creationId xmlns:a16="http://schemas.microsoft.com/office/drawing/2014/main" id="{B103D249-228A-4877-948D-B107D5AAB2FE}"/>
              </a:ext>
            </a:extLst>
          </p:cNvPr>
          <p:cNvSpPr/>
          <p:nvPr/>
        </p:nvSpPr>
        <p:spPr bwMode="auto">
          <a:xfrm>
            <a:off x="7355111" y="4951311"/>
            <a:ext cx="4565427" cy="288000"/>
          </a:xfrm>
          <a:prstGeom prst="round1Rect">
            <a:avLst>
              <a:gd name="adj" fmla="val 50000"/>
            </a:avLst>
          </a:prstGeom>
          <a:solidFill>
            <a:schemeClr val="accent2"/>
          </a:solidFill>
          <a:ln w="19050" cap="flat" cmpd="sng" algn="ctr">
            <a:noFill/>
            <a:prstDash val="solid"/>
          </a:ln>
          <a:effectLst/>
        </p:spPr>
        <p:txBody>
          <a:bodyPr anchor="ctr" anchorCtr="0">
            <a:noAutofit/>
          </a:bodyPr>
          <a:lstStyle/>
          <a:p>
            <a:pPr marL="0" marR="0" lvl="0" indent="0" algn="ctr" defTabSz="914400" rtl="0" eaLnBrk="1" fontAlgn="auto" latinLnBrk="0" hangingPunct="1">
              <a:lnSpc>
                <a:spcPct val="100000"/>
              </a:lnSpc>
              <a:spcBef>
                <a:spcPts val="0"/>
              </a:spcBef>
              <a:spcAft>
                <a:spcPct val="50000"/>
              </a:spcAft>
              <a:buClrTx/>
              <a:buSzTx/>
              <a:buFontTx/>
              <a:buNone/>
              <a:tabLst/>
              <a:defRPr/>
            </a:pPr>
            <a:r>
              <a:rPr kumimoji="0" lang="en-US" sz="1400" b="1" i="0" u="none" strike="noStrike" kern="0" cap="none" spc="0" normalizeH="0" baseline="0" noProof="0">
                <a:ln>
                  <a:noFill/>
                </a:ln>
                <a:solidFill>
                  <a:srgbClr val="FFFFFF"/>
                </a:solidFill>
                <a:effectLst/>
                <a:uLnTx/>
                <a:uFillTx/>
                <a:latin typeface="Verdana"/>
                <a:ea typeface="+mn-ea"/>
                <a:cs typeface="+mn-cs"/>
              </a:rPr>
              <a:t>Technical Skills and Certification</a:t>
            </a:r>
          </a:p>
        </p:txBody>
      </p:sp>
      <p:sp>
        <p:nvSpPr>
          <p:cNvPr id="77" name="Freeform 20">
            <a:extLst>
              <a:ext uri="{FF2B5EF4-FFF2-40B4-BE49-F238E27FC236}">
                <a16:creationId xmlns:a16="http://schemas.microsoft.com/office/drawing/2014/main" id="{C992771A-520F-441B-ADCA-F12388AD760C}"/>
              </a:ext>
            </a:extLst>
          </p:cNvPr>
          <p:cNvSpPr>
            <a:spLocks/>
          </p:cNvSpPr>
          <p:nvPr/>
        </p:nvSpPr>
        <p:spPr bwMode="auto">
          <a:xfrm>
            <a:off x="7256508" y="4921502"/>
            <a:ext cx="406752" cy="406752"/>
          </a:xfrm>
          <a:prstGeom prst="ellipse">
            <a:avLst/>
          </a:prstGeom>
          <a:solidFill>
            <a:schemeClr val="accent2"/>
          </a:solid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83" name="Rectangle : avec coin arrondi 108">
            <a:extLst>
              <a:ext uri="{FF2B5EF4-FFF2-40B4-BE49-F238E27FC236}">
                <a16:creationId xmlns:a16="http://schemas.microsoft.com/office/drawing/2014/main" id="{48346BA9-59BA-45BA-88DC-D0BC263F17FB}"/>
              </a:ext>
            </a:extLst>
          </p:cNvPr>
          <p:cNvSpPr/>
          <p:nvPr/>
        </p:nvSpPr>
        <p:spPr bwMode="auto">
          <a:xfrm>
            <a:off x="3813392" y="4980878"/>
            <a:ext cx="3343065" cy="288000"/>
          </a:xfrm>
          <a:prstGeom prst="round1Rect">
            <a:avLst>
              <a:gd name="adj" fmla="val 50000"/>
            </a:avLst>
          </a:prstGeom>
          <a:solidFill>
            <a:srgbClr val="6D64CC"/>
          </a:solidFill>
          <a:ln w="19050" cap="flat" cmpd="sng" algn="ctr">
            <a:noFill/>
            <a:prstDash val="solid"/>
          </a:ln>
          <a:effectLst/>
        </p:spPr>
        <p:txBody>
          <a:bodyPr anchor="ctr" anchorCtr="0">
            <a:noAutofit/>
          </a:bodyPr>
          <a:lstStyle/>
          <a:p>
            <a:pPr marL="0" marR="0" lvl="0" indent="0" algn="ctr" defTabSz="914400" rtl="0" eaLnBrk="1" fontAlgn="auto" latinLnBrk="0" hangingPunct="1">
              <a:lnSpc>
                <a:spcPct val="100000"/>
              </a:lnSpc>
              <a:spcBef>
                <a:spcPts val="0"/>
              </a:spcBef>
              <a:spcAft>
                <a:spcPct val="50000"/>
              </a:spcAft>
              <a:buClrTx/>
              <a:buSzTx/>
              <a:buFontTx/>
              <a:buNone/>
              <a:tabLst/>
              <a:defRPr/>
            </a:pPr>
            <a:r>
              <a:rPr kumimoji="0" lang="en-US" sz="1400" b="1" i="0" u="none" strike="noStrike" kern="0" cap="none" spc="0" normalizeH="0" baseline="0" noProof="0">
                <a:ln>
                  <a:noFill/>
                </a:ln>
                <a:solidFill>
                  <a:srgbClr val="FFFFFF"/>
                </a:solidFill>
                <a:effectLst/>
                <a:uLnTx/>
                <a:uFillTx/>
                <a:latin typeface="Verdana"/>
                <a:ea typeface="+mn-ea"/>
                <a:cs typeface="+mn-cs"/>
              </a:rPr>
              <a:t>Personal Skills</a:t>
            </a:r>
          </a:p>
        </p:txBody>
      </p:sp>
      <p:sp>
        <p:nvSpPr>
          <p:cNvPr id="84" name="Freeform 20">
            <a:extLst>
              <a:ext uri="{FF2B5EF4-FFF2-40B4-BE49-F238E27FC236}">
                <a16:creationId xmlns:a16="http://schemas.microsoft.com/office/drawing/2014/main" id="{E1117CD5-4900-41AC-995D-031E086607F8}"/>
              </a:ext>
            </a:extLst>
          </p:cNvPr>
          <p:cNvSpPr>
            <a:spLocks/>
          </p:cNvSpPr>
          <p:nvPr/>
        </p:nvSpPr>
        <p:spPr bwMode="auto">
          <a:xfrm>
            <a:off x="3700502" y="4921502"/>
            <a:ext cx="406752" cy="406752"/>
          </a:xfrm>
          <a:prstGeom prst="ellipse">
            <a:avLst/>
          </a:prstGeom>
          <a:solidFill>
            <a:srgbClr val="6D64CC"/>
          </a:solid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110" name="Rectangle : coins arrondis 126">
            <a:extLst>
              <a:ext uri="{FF2B5EF4-FFF2-40B4-BE49-F238E27FC236}">
                <a16:creationId xmlns:a16="http://schemas.microsoft.com/office/drawing/2014/main" id="{EF50DFC8-B2D2-465B-85BE-5C5910621348}"/>
              </a:ext>
            </a:extLst>
          </p:cNvPr>
          <p:cNvSpPr/>
          <p:nvPr/>
        </p:nvSpPr>
        <p:spPr bwMode="auto">
          <a:xfrm>
            <a:off x="4019376" y="1872724"/>
            <a:ext cx="7763213" cy="3071946"/>
          </a:xfrm>
          <a:prstGeom prst="roundRect">
            <a:avLst>
              <a:gd name="adj" fmla="val 5311"/>
            </a:avLst>
          </a:prstGeom>
          <a:solidFill>
            <a:schemeClr val="bg1">
              <a:lumMod val="95000"/>
            </a:schemeClr>
          </a:solidFill>
          <a:ln w="6350" cap="flat" cmpd="sng" algn="ctr">
            <a:noFill/>
            <a:prstDash val="solid"/>
            <a:round/>
            <a:headEnd type="none" w="med" len="med"/>
            <a:tailEnd type="none" w="med" len="med"/>
          </a:ln>
          <a:effectLst/>
        </p:spPr>
        <p:txBody>
          <a:bodyPr vert="horz" wrap="square" lIns="108000" tIns="216000" rIns="36000" bIns="36000" numCol="1" rtlCol="0" anchor="t" anchorCtr="0" compatLnSpc="1">
            <a:prstTxWarp prst="textNoShape">
              <a:avLst/>
            </a:prstTxWarp>
            <a:noAutofit/>
          </a:bodyPr>
          <a:lstStyle/>
          <a:p>
            <a:pPr marL="342900" indent="-342900" algn="just" fontAlgn="base">
              <a:lnSpc>
                <a:spcPct val="150000"/>
              </a:lnSpc>
              <a:buFont typeface="Wingdings" panose="05000000000000000000" pitchFamily="2" charset="2"/>
              <a:buChar char=""/>
            </a:pPr>
            <a:r>
              <a:rPr lang="en-US" sz="1000" dirty="0"/>
              <a:t>Experienced in Python development, specializing in automation solutions and testing with the </a:t>
            </a:r>
            <a:r>
              <a:rPr lang="en-US" sz="1000" dirty="0" err="1"/>
              <a:t>Pytest</a:t>
            </a:r>
            <a:r>
              <a:rPr lang="en-US" sz="1000" dirty="0"/>
              <a:t> framework.</a:t>
            </a:r>
            <a:endParaRPr lang="en-US" sz="1000" dirty="0">
              <a:solidFill>
                <a:prstClr val="black"/>
              </a:solidFill>
            </a:endParaRPr>
          </a:p>
          <a:p>
            <a:pPr marL="342900" indent="-342900" algn="just" fontAlgn="base">
              <a:lnSpc>
                <a:spcPct val="150000"/>
              </a:lnSpc>
              <a:buFont typeface="Wingdings" panose="05000000000000000000" pitchFamily="2" charset="2"/>
              <a:buChar char=""/>
            </a:pPr>
            <a:r>
              <a:rPr lang="en-US" sz="1000" dirty="0">
                <a:solidFill>
                  <a:prstClr val="black"/>
                </a:solidFill>
              </a:rPr>
              <a:t>Experience in working with DevOps tools like Azure </a:t>
            </a:r>
            <a:r>
              <a:rPr lang="en-US" sz="1000" dirty="0" err="1">
                <a:solidFill>
                  <a:prstClr val="black"/>
                </a:solidFill>
              </a:rPr>
              <a:t>devops</a:t>
            </a:r>
            <a:r>
              <a:rPr lang="en-US" sz="1000" dirty="0">
                <a:solidFill>
                  <a:prstClr val="black"/>
                </a:solidFill>
              </a:rPr>
              <a:t>, Ansible, Git, JIRA, Jenkins, Kubernetes and in automation and optimization of critical deployments over larger infrastructures using configuration management tools.</a:t>
            </a:r>
            <a:endParaRPr lang="en-IN" sz="1000" dirty="0">
              <a:solidFill>
                <a:prstClr val="black"/>
              </a:solidFill>
            </a:endParaRPr>
          </a:p>
          <a:p>
            <a:pPr marL="342900" indent="-342900" algn="just" fontAlgn="base">
              <a:lnSpc>
                <a:spcPct val="150000"/>
              </a:lnSpc>
              <a:buFont typeface="Wingdings" panose="05000000000000000000" pitchFamily="2" charset="2"/>
              <a:buChar char=""/>
            </a:pPr>
            <a:r>
              <a:rPr lang="en-US" sz="1000" dirty="0">
                <a:solidFill>
                  <a:prstClr val="black"/>
                </a:solidFill>
              </a:rPr>
              <a:t>Experience in IAC tools like Terraform and ARM (Azure Resource Manager) for Provisioning Infrastructure.</a:t>
            </a:r>
            <a:endParaRPr lang="en-IN" sz="1000" dirty="0">
              <a:solidFill>
                <a:prstClr val="black"/>
              </a:solidFill>
            </a:endParaRPr>
          </a:p>
          <a:p>
            <a:pPr marL="342900" indent="-342900" algn="just" fontAlgn="base">
              <a:lnSpc>
                <a:spcPct val="150000"/>
              </a:lnSpc>
              <a:buFont typeface="Wingdings" panose="05000000000000000000" pitchFamily="2" charset="2"/>
              <a:buChar char=""/>
            </a:pPr>
            <a:r>
              <a:rPr lang="en-US" sz="1000" dirty="0">
                <a:solidFill>
                  <a:prstClr val="black"/>
                </a:solidFill>
              </a:rPr>
              <a:t>Experienced in creating CI/CD pipeline on Azure and Gitlab for Microservices and configure jobs in Jenkins, creating nodes and creating Jobs in Jenkins. For deployment we use </a:t>
            </a:r>
            <a:r>
              <a:rPr lang="en-US" sz="1000" dirty="0" err="1">
                <a:solidFill>
                  <a:prstClr val="black"/>
                </a:solidFill>
              </a:rPr>
              <a:t>GitOps</a:t>
            </a:r>
            <a:r>
              <a:rPr lang="en-US" sz="1000" dirty="0">
                <a:solidFill>
                  <a:prstClr val="black"/>
                </a:solidFill>
              </a:rPr>
              <a:t> approach tools like </a:t>
            </a:r>
            <a:r>
              <a:rPr lang="en-US" sz="1000" dirty="0" err="1">
                <a:solidFill>
                  <a:prstClr val="black"/>
                </a:solidFill>
              </a:rPr>
              <a:t>ArgoCD</a:t>
            </a:r>
            <a:r>
              <a:rPr lang="en-US" sz="1000" dirty="0">
                <a:solidFill>
                  <a:prstClr val="black"/>
                </a:solidFill>
              </a:rPr>
              <a:t>.</a:t>
            </a:r>
            <a:endParaRPr lang="en-IN" sz="1000" dirty="0">
              <a:solidFill>
                <a:prstClr val="black"/>
              </a:solidFill>
            </a:endParaRPr>
          </a:p>
          <a:p>
            <a:pPr marL="342900" indent="-342900" algn="just" fontAlgn="base">
              <a:lnSpc>
                <a:spcPct val="150000"/>
              </a:lnSpc>
              <a:buFont typeface="Wingdings" panose="05000000000000000000" pitchFamily="2" charset="2"/>
              <a:buChar char=""/>
            </a:pPr>
            <a:r>
              <a:rPr lang="en-US" sz="1000" dirty="0">
                <a:solidFill>
                  <a:prstClr val="black"/>
                </a:solidFill>
              </a:rPr>
              <a:t>Experience in Development of automation scripts using PowerShell and have idea on Shell Scripting.</a:t>
            </a:r>
            <a:endParaRPr lang="en-IN" sz="1000" dirty="0">
              <a:solidFill>
                <a:prstClr val="black"/>
              </a:solidFill>
            </a:endParaRPr>
          </a:p>
          <a:p>
            <a:pPr marL="342900" indent="-342900" algn="just" fontAlgn="base">
              <a:lnSpc>
                <a:spcPct val="150000"/>
              </a:lnSpc>
              <a:buFont typeface="Wingdings" panose="05000000000000000000" pitchFamily="2" charset="2"/>
              <a:buChar char=""/>
            </a:pPr>
            <a:r>
              <a:rPr lang="en-US" sz="1000" dirty="0">
                <a:solidFill>
                  <a:prstClr val="black"/>
                </a:solidFill>
              </a:rPr>
              <a:t>Experience in working on Virtualization frameworks like VMWARE, Nutanix and Citrix </a:t>
            </a:r>
            <a:r>
              <a:rPr lang="en-US" sz="1000" dirty="0" err="1">
                <a:solidFill>
                  <a:prstClr val="black"/>
                </a:solidFill>
              </a:rPr>
              <a:t>Xencenter</a:t>
            </a:r>
            <a:r>
              <a:rPr lang="en-US" sz="1000" dirty="0">
                <a:solidFill>
                  <a:prstClr val="black"/>
                </a:solidFill>
              </a:rPr>
              <a:t>.</a:t>
            </a:r>
            <a:endParaRPr lang="en-IN" sz="1000" dirty="0">
              <a:solidFill>
                <a:prstClr val="black"/>
              </a:solidFill>
            </a:endParaRPr>
          </a:p>
          <a:p>
            <a:pPr marL="342900" lvl="0" indent="-342900" algn="just" fontAlgn="base">
              <a:lnSpc>
                <a:spcPct val="150000"/>
              </a:lnSpc>
              <a:buFont typeface="Wingdings" panose="05000000000000000000" pitchFamily="2" charset="2"/>
              <a:buChar char=""/>
            </a:pPr>
            <a:r>
              <a:rPr lang="en-US" sz="1000" dirty="0">
                <a:solidFill>
                  <a:prstClr val="black"/>
                </a:solidFill>
              </a:rPr>
              <a:t>Have experience in Citrix Cloud in delivering Virtual apps and desktops to users.</a:t>
            </a:r>
            <a:endParaRPr lang="en-IN" sz="1000" dirty="0">
              <a:solidFill>
                <a:prstClr val="black"/>
              </a:solidFill>
            </a:endParaRPr>
          </a:p>
          <a:p>
            <a:pPr marL="342900" lvl="0" indent="-342900" algn="just" fontAlgn="base">
              <a:lnSpc>
                <a:spcPct val="150000"/>
              </a:lnSpc>
              <a:buFont typeface="Wingdings" panose="05000000000000000000" pitchFamily="2" charset="2"/>
              <a:buChar char=""/>
            </a:pPr>
            <a:r>
              <a:rPr lang="en-US" sz="1000" dirty="0">
                <a:solidFill>
                  <a:prstClr val="black"/>
                </a:solidFill>
              </a:rPr>
              <a:t>Have developed for Slack bot-based solution using slack bolt framework with python and other tools.</a:t>
            </a:r>
            <a:endParaRPr lang="en-IN" sz="1000" dirty="0">
              <a:solidFill>
                <a:prstClr val="black"/>
              </a:solidFill>
            </a:endParaRPr>
          </a:p>
          <a:p>
            <a:pPr marL="342900" lvl="0" indent="-342900" algn="just">
              <a:lnSpc>
                <a:spcPct val="150000"/>
              </a:lnSpc>
              <a:spcBef>
                <a:spcPts val="300"/>
              </a:spcBef>
              <a:spcAft>
                <a:spcPts val="1000"/>
              </a:spcAft>
              <a:buFont typeface="Wingdings" panose="05000000000000000000" pitchFamily="2" charset="2"/>
              <a:buChar char=""/>
            </a:pPr>
            <a:r>
              <a:rPr lang="en-US" sz="1000" dirty="0">
                <a:solidFill>
                  <a:prstClr val="black"/>
                </a:solidFill>
              </a:rPr>
              <a:t>Experience in Azure </a:t>
            </a:r>
            <a:r>
              <a:rPr lang="en-US" sz="1000" dirty="0" err="1">
                <a:solidFill>
                  <a:prstClr val="black"/>
                </a:solidFill>
              </a:rPr>
              <a:t>devops</a:t>
            </a:r>
            <a:r>
              <a:rPr lang="en-US" sz="1000" dirty="0">
                <a:solidFill>
                  <a:prstClr val="black"/>
                </a:solidFill>
              </a:rPr>
              <a:t> creating pipelines for CI/CD lifecycle of application and working on monitoring tools like New Relic , </a:t>
            </a:r>
            <a:r>
              <a:rPr lang="en-US" sz="1000" dirty="0" err="1">
                <a:solidFill>
                  <a:prstClr val="black"/>
                </a:solidFill>
              </a:rPr>
              <a:t>check_mk</a:t>
            </a:r>
            <a:r>
              <a:rPr lang="en-US" sz="1000" dirty="0">
                <a:solidFill>
                  <a:prstClr val="black"/>
                </a:solidFill>
              </a:rPr>
              <a:t> and have idea on others like Azure Monitor, Prometheus etc.,</a:t>
            </a:r>
          </a:p>
          <a:p>
            <a:pPr lvl="0" algn="just">
              <a:lnSpc>
                <a:spcPct val="150000"/>
              </a:lnSpc>
              <a:spcBef>
                <a:spcPts val="300"/>
              </a:spcBef>
              <a:spcAft>
                <a:spcPts val="1000"/>
              </a:spcAft>
            </a:pPr>
            <a:endParaRPr lang="en-US" sz="1000" dirty="0">
              <a:solidFill>
                <a:prstClr val="black"/>
              </a:solidFill>
            </a:endParaRPr>
          </a:p>
          <a:p>
            <a:pPr marL="342900" lvl="0" indent="-342900" algn="just">
              <a:lnSpc>
                <a:spcPct val="150000"/>
              </a:lnSpc>
              <a:spcBef>
                <a:spcPts val="300"/>
              </a:spcBef>
              <a:spcAft>
                <a:spcPts val="1000"/>
              </a:spcAft>
              <a:buFont typeface="Wingdings" panose="05000000000000000000" pitchFamily="2" charset="2"/>
              <a:buChar char=""/>
            </a:pPr>
            <a:endParaRPr lang="en-IN" sz="1000" dirty="0">
              <a:solidFill>
                <a:prstClr val="black"/>
              </a:solidFill>
            </a:endParaRPr>
          </a:p>
          <a:p>
            <a:pPr marL="171450" lvl="0" indent="-171450">
              <a:spcAft>
                <a:spcPts val="400"/>
              </a:spcAft>
              <a:buSzPts val="800"/>
              <a:buFont typeface="Wingdings" panose="05000000000000000000" pitchFamily="2" charset="2"/>
              <a:buChar char="§"/>
            </a:pPr>
            <a:endParaRPr lang="en-IN" sz="1050" kern="100" dirty="0">
              <a:latin typeface="Calibri" panose="020F0502020204030204" pitchFamily="34" charset="0"/>
              <a:ea typeface="Calibri" panose="020F0502020204030204" pitchFamily="34" charset="0"/>
              <a:cs typeface="Calibri" panose="020F0502020204030204" pitchFamily="34" charset="0"/>
            </a:endParaRPr>
          </a:p>
        </p:txBody>
      </p:sp>
      <p:sp>
        <p:nvSpPr>
          <p:cNvPr id="111" name="Rectangle : avec coin arrondi 127">
            <a:extLst>
              <a:ext uri="{FF2B5EF4-FFF2-40B4-BE49-F238E27FC236}">
                <a16:creationId xmlns:a16="http://schemas.microsoft.com/office/drawing/2014/main" id="{30F00DE0-27CF-486D-BB35-2C14C921D68E}"/>
              </a:ext>
            </a:extLst>
          </p:cNvPr>
          <p:cNvSpPr/>
          <p:nvPr/>
        </p:nvSpPr>
        <p:spPr bwMode="auto">
          <a:xfrm>
            <a:off x="3896488" y="1845459"/>
            <a:ext cx="8035706" cy="288000"/>
          </a:xfrm>
          <a:prstGeom prst="round1Rect">
            <a:avLst>
              <a:gd name="adj" fmla="val 50000"/>
            </a:avLst>
          </a:prstGeom>
          <a:solidFill>
            <a:schemeClr val="accent2"/>
          </a:solidFill>
          <a:ln w="19050" cap="flat" cmpd="sng" algn="ctr">
            <a:noFill/>
            <a:prstDash val="solid"/>
          </a:ln>
          <a:effectLst/>
        </p:spPr>
        <p:txBody>
          <a:bodyPr anchor="ctr" anchorCtr="0">
            <a:noAutofit/>
          </a:bodyPr>
          <a:lstStyle/>
          <a:p>
            <a:pPr marL="0" marR="0" lvl="0" indent="0" algn="ctr" defTabSz="914400" rtl="0" eaLnBrk="1" fontAlgn="auto" latinLnBrk="0" hangingPunct="1">
              <a:lnSpc>
                <a:spcPct val="100000"/>
              </a:lnSpc>
              <a:spcBef>
                <a:spcPts val="0"/>
              </a:spcBef>
              <a:spcAft>
                <a:spcPct val="50000"/>
              </a:spcAft>
              <a:buClrTx/>
              <a:buSzTx/>
              <a:buFontTx/>
              <a:buNone/>
              <a:tabLst/>
              <a:defRPr/>
            </a:pPr>
            <a:r>
              <a:rPr kumimoji="0" lang="en-US" sz="1400" b="1" i="0" u="none" strike="noStrike" kern="0" cap="none" spc="0" normalizeH="0" baseline="0" noProof="0">
                <a:ln>
                  <a:noFill/>
                </a:ln>
                <a:solidFill>
                  <a:srgbClr val="FFFFFF"/>
                </a:solidFill>
                <a:effectLst/>
                <a:uLnTx/>
                <a:uFillTx/>
                <a:latin typeface="Verdana"/>
                <a:ea typeface="+mn-ea"/>
                <a:cs typeface="+mn-cs"/>
              </a:rPr>
              <a:t>Work Experience</a:t>
            </a:r>
          </a:p>
        </p:txBody>
      </p:sp>
      <p:sp>
        <p:nvSpPr>
          <p:cNvPr id="112" name="Freeform 20">
            <a:extLst>
              <a:ext uri="{FF2B5EF4-FFF2-40B4-BE49-F238E27FC236}">
                <a16:creationId xmlns:a16="http://schemas.microsoft.com/office/drawing/2014/main" id="{1A3E9D90-5D70-4803-8747-FBD026B906EA}"/>
              </a:ext>
            </a:extLst>
          </p:cNvPr>
          <p:cNvSpPr>
            <a:spLocks/>
          </p:cNvSpPr>
          <p:nvPr/>
        </p:nvSpPr>
        <p:spPr bwMode="auto">
          <a:xfrm>
            <a:off x="3728400" y="1751015"/>
            <a:ext cx="406752" cy="406752"/>
          </a:xfrm>
          <a:prstGeom prst="ellipse">
            <a:avLst/>
          </a:prstGeom>
          <a:solidFill>
            <a:schemeClr val="accent2"/>
          </a:solidFill>
          <a:ln w="12700">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124" name="Rectangle 123">
            <a:extLst>
              <a:ext uri="{FF2B5EF4-FFF2-40B4-BE49-F238E27FC236}">
                <a16:creationId xmlns:a16="http://schemas.microsoft.com/office/drawing/2014/main" id="{EBCAE019-6F36-4C8F-A35C-F86123CB4559}"/>
              </a:ext>
            </a:extLst>
          </p:cNvPr>
          <p:cNvSpPr/>
          <p:nvPr/>
        </p:nvSpPr>
        <p:spPr bwMode="auto">
          <a:xfrm>
            <a:off x="8857018" y="617855"/>
            <a:ext cx="2858568" cy="527654"/>
          </a:xfrm>
          <a:prstGeom prst="rect">
            <a:avLst/>
          </a:prstGeom>
          <a:noFill/>
          <a:ln w="6350" cap="flat" cmpd="sng" algn="ctr">
            <a:noFill/>
            <a:prstDash val="solid"/>
            <a:round/>
            <a:headEnd type="none" w="med" len="med"/>
            <a:tailEnd type="none" w="med" len="med"/>
          </a:ln>
          <a:effectLst/>
        </p:spPr>
        <p:txBody>
          <a:bodyPr vert="horz" wrap="square" lIns="108000" tIns="45720" rIns="36000" bIns="45720" numCol="1" rtlCol="0" anchor="ctr" anchorCtr="0" compatLnSpc="1">
            <a:prstTxWarp prst="textNoShape">
              <a:avLst/>
            </a:prstTxWarp>
            <a:noAutofit/>
          </a:bodyPr>
          <a:lstStyle/>
          <a:p>
            <a:pPr marL="0" lvl="1">
              <a:spcAft>
                <a:spcPts val="600"/>
              </a:spcAft>
              <a:tabLst>
                <a:tab pos="180975" algn="l"/>
              </a:tabLst>
              <a:defRPr/>
            </a:pPr>
            <a:r>
              <a:rPr lang="en-US" altLang="fr-FR" b="1" dirty="0">
                <a:solidFill>
                  <a:srgbClr val="FFFFFF"/>
                </a:solidFill>
                <a:ea typeface="Verdana"/>
              </a:rPr>
              <a:t>M</a:t>
            </a:r>
            <a:r>
              <a:rPr lang="en-IN" altLang="fr-FR" b="1" dirty="0" err="1">
                <a:solidFill>
                  <a:srgbClr val="FFFFFF"/>
                </a:solidFill>
                <a:ea typeface="Verdana"/>
              </a:rPr>
              <a:t>anoj</a:t>
            </a:r>
            <a:r>
              <a:rPr lang="en-IN" altLang="fr-FR" b="1" dirty="0">
                <a:solidFill>
                  <a:srgbClr val="FFFFFF"/>
                </a:solidFill>
                <a:ea typeface="Verdana"/>
              </a:rPr>
              <a:t> </a:t>
            </a:r>
            <a:r>
              <a:rPr lang="en-IN" altLang="fr-FR" b="1" dirty="0" err="1">
                <a:solidFill>
                  <a:srgbClr val="FFFFFF"/>
                </a:solidFill>
                <a:ea typeface="Verdana"/>
              </a:rPr>
              <a:t>Nagasuri</a:t>
            </a:r>
            <a:endParaRPr lang="en-IN" altLang="fr-FR" b="1" dirty="0">
              <a:solidFill>
                <a:srgbClr val="FFFFFF"/>
              </a:solidFill>
              <a:ea typeface="Verdana"/>
            </a:endParaRPr>
          </a:p>
        </p:txBody>
      </p:sp>
      <p:cxnSp>
        <p:nvCxnSpPr>
          <p:cNvPr id="130" name="Connecteur droit avec flèche 2">
            <a:extLst>
              <a:ext uri="{FF2B5EF4-FFF2-40B4-BE49-F238E27FC236}">
                <a16:creationId xmlns:a16="http://schemas.microsoft.com/office/drawing/2014/main" id="{8EBB5328-995A-4782-A558-56A1A0ADF715}"/>
              </a:ext>
            </a:extLst>
          </p:cNvPr>
          <p:cNvCxnSpPr/>
          <p:nvPr/>
        </p:nvCxnSpPr>
        <p:spPr>
          <a:xfrm>
            <a:off x="8727678" y="457848"/>
            <a:ext cx="2340000" cy="0"/>
          </a:xfrm>
          <a:prstGeom prst="straightConnector1">
            <a:avLst/>
          </a:prstGeom>
          <a:ln>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131" name="Connecteur droit avec flèche 66">
            <a:extLst>
              <a:ext uri="{FF2B5EF4-FFF2-40B4-BE49-F238E27FC236}">
                <a16:creationId xmlns:a16="http://schemas.microsoft.com/office/drawing/2014/main" id="{5179ECE5-2D86-4075-B50D-5868255BB912}"/>
              </a:ext>
            </a:extLst>
          </p:cNvPr>
          <p:cNvCxnSpPr/>
          <p:nvPr/>
        </p:nvCxnSpPr>
        <p:spPr>
          <a:xfrm>
            <a:off x="8727678" y="1234452"/>
            <a:ext cx="2340000" cy="0"/>
          </a:xfrm>
          <a:prstGeom prst="straightConnector1">
            <a:avLst/>
          </a:prstGeom>
          <a:ln>
            <a:solidFill>
              <a:schemeClr val="bg1"/>
            </a:solidFill>
            <a:tailEnd type="oval"/>
          </a:ln>
        </p:spPr>
        <p:style>
          <a:lnRef idx="1">
            <a:schemeClr val="accent1"/>
          </a:lnRef>
          <a:fillRef idx="0">
            <a:schemeClr val="accent1"/>
          </a:fillRef>
          <a:effectRef idx="0">
            <a:schemeClr val="accent1"/>
          </a:effectRef>
          <a:fontRef idx="minor">
            <a:schemeClr val="tx1"/>
          </a:fontRef>
        </p:style>
      </p:cxnSp>
      <p:sp>
        <p:nvSpPr>
          <p:cNvPr id="126" name="TextBox 125">
            <a:extLst>
              <a:ext uri="{FF2B5EF4-FFF2-40B4-BE49-F238E27FC236}">
                <a16:creationId xmlns:a16="http://schemas.microsoft.com/office/drawing/2014/main" id="{84EF1072-240A-4D46-91C8-13572FDCB70E}"/>
              </a:ext>
            </a:extLst>
          </p:cNvPr>
          <p:cNvSpPr txBox="1"/>
          <p:nvPr/>
        </p:nvSpPr>
        <p:spPr>
          <a:xfrm>
            <a:off x="314940" y="1439922"/>
            <a:ext cx="7162696" cy="754053"/>
          </a:xfrm>
          <a:prstGeom prst="rect">
            <a:avLst/>
          </a:prstGeom>
          <a:noFill/>
        </p:spPr>
        <p:txBody>
          <a:bodyPr wrap="square" lIns="91440" tIns="45720" rIns="91440" bIns="45720" rtlCol="0" anchor="t">
            <a:spAutoFit/>
          </a:bodyPr>
          <a:lstStyle/>
          <a:p>
            <a:pPr>
              <a:spcAft>
                <a:spcPts val="600"/>
              </a:spcAft>
              <a:defRPr/>
            </a:pPr>
            <a:r>
              <a:rPr kumimoji="0" lang="en-IN" sz="1100" b="1" i="0" u="none" strike="noStrike" kern="1200" cap="none" spc="0" normalizeH="0" baseline="0" noProof="0" dirty="0">
                <a:ln>
                  <a:noFill/>
                </a:ln>
                <a:solidFill>
                  <a:srgbClr val="000000"/>
                </a:solidFill>
                <a:effectLst/>
                <a:uLnTx/>
                <a:uFillTx/>
                <a:latin typeface="Verdana"/>
                <a:ea typeface="+mn-ea"/>
                <a:cs typeface="+mn-cs"/>
              </a:rPr>
              <a:t>City:</a:t>
            </a:r>
            <a:r>
              <a:rPr lang="en-IN" sz="1100" b="1" dirty="0">
                <a:solidFill>
                  <a:srgbClr val="000000"/>
                </a:solidFill>
              </a:rPr>
              <a:t> Hyderabad</a:t>
            </a:r>
            <a:r>
              <a:rPr lang="en-IN" sz="1100" dirty="0">
                <a:solidFill>
                  <a:srgbClr val="000000"/>
                </a:solidFill>
              </a:rPr>
              <a:t>                    </a:t>
            </a:r>
            <a:r>
              <a:rPr lang="en-IN" sz="1100" b="1" dirty="0">
                <a:solidFill>
                  <a:srgbClr val="000000"/>
                </a:solidFill>
              </a:rPr>
              <a:t>Country: </a:t>
            </a:r>
            <a:r>
              <a:rPr lang="en-US" sz="1100" dirty="0">
                <a:solidFill>
                  <a:srgbClr val="000000"/>
                </a:solidFill>
              </a:rPr>
              <a:t>India                     </a:t>
            </a:r>
            <a:r>
              <a:rPr lang="en-IN" sz="1100" b="1" dirty="0">
                <a:solidFill>
                  <a:srgbClr val="000000"/>
                </a:solidFill>
              </a:rPr>
              <a:t>Language: </a:t>
            </a:r>
            <a:r>
              <a:rPr lang="en-IN" sz="1100" dirty="0"/>
              <a:t>English, Hindi</a:t>
            </a:r>
            <a:endParaRPr lang="en-IN" sz="1100" dirty="0">
              <a:ea typeface="+mn-lt"/>
              <a:cs typeface="+mn-lt"/>
            </a:endParaRPr>
          </a:p>
          <a:p>
            <a:pPr>
              <a:spcAft>
                <a:spcPts val="600"/>
              </a:spcAft>
              <a:defRPr/>
            </a:pPr>
            <a:endParaRPr lang="en-IN" sz="1100" dirty="0">
              <a:solidFill>
                <a:srgbClr val="000000"/>
              </a:solidFill>
              <a:ea typeface="Verdana"/>
            </a:endParaRPr>
          </a:p>
          <a:p>
            <a:pPr marL="0" marR="0" lvl="0" indent="0" algn="l" defTabSz="914400" rtl="0" eaLnBrk="1" fontAlgn="auto" latinLnBrk="0" hangingPunct="1">
              <a:lnSpc>
                <a:spcPct val="100000"/>
              </a:lnSpc>
              <a:spcBef>
                <a:spcPts val="0"/>
              </a:spcBef>
              <a:spcAft>
                <a:spcPts val="600"/>
              </a:spcAft>
              <a:buClrTx/>
              <a:buSzTx/>
              <a:buFontTx/>
              <a:buNone/>
              <a:tabLst/>
              <a:defRPr/>
            </a:pPr>
            <a:endParaRPr lang="en-IN" sz="1100" b="0" i="0" u="none" strike="noStrike" kern="1200" cap="none" spc="0" normalizeH="0" baseline="0" noProof="0" dirty="0">
              <a:ln>
                <a:noFill/>
              </a:ln>
              <a:effectLst/>
              <a:uLnTx/>
              <a:uFillTx/>
              <a:latin typeface="Verdana"/>
              <a:ea typeface="Verdana"/>
            </a:endParaRPr>
          </a:p>
        </p:txBody>
      </p:sp>
      <p:sp>
        <p:nvSpPr>
          <p:cNvPr id="140" name="Freeform 44">
            <a:extLst>
              <a:ext uri="{FF2B5EF4-FFF2-40B4-BE49-F238E27FC236}">
                <a16:creationId xmlns:a16="http://schemas.microsoft.com/office/drawing/2014/main" id="{D786EDDD-FDAB-4566-B1AB-A7C8ABBCB1C9}"/>
              </a:ext>
            </a:extLst>
          </p:cNvPr>
          <p:cNvSpPr>
            <a:spLocks/>
          </p:cNvSpPr>
          <p:nvPr/>
        </p:nvSpPr>
        <p:spPr bwMode="auto">
          <a:xfrm>
            <a:off x="1851587" y="2118367"/>
            <a:ext cx="9525" cy="9525"/>
          </a:xfrm>
          <a:custGeom>
            <a:avLst/>
            <a:gdLst>
              <a:gd name="T0" fmla="*/ 3 w 8"/>
              <a:gd name="T1" fmla="*/ 0 h 8"/>
              <a:gd name="T2" fmla="*/ 0 w 8"/>
              <a:gd name="T3" fmla="*/ 3 h 8"/>
              <a:gd name="T4" fmla="*/ 0 w 8"/>
              <a:gd name="T5" fmla="*/ 5 h 8"/>
              <a:gd name="T6" fmla="*/ 3 w 8"/>
              <a:gd name="T7" fmla="*/ 8 h 8"/>
              <a:gd name="T8" fmla="*/ 4 w 8"/>
              <a:gd name="T9" fmla="*/ 8 h 8"/>
              <a:gd name="T10" fmla="*/ 8 w 8"/>
              <a:gd name="T11" fmla="*/ 5 h 8"/>
              <a:gd name="T12" fmla="*/ 8 w 8"/>
              <a:gd name="T13" fmla="*/ 3 h 8"/>
              <a:gd name="T14" fmla="*/ 4 w 8"/>
              <a:gd name="T15" fmla="*/ 0 h 8"/>
              <a:gd name="T16" fmla="*/ 3 w 8"/>
              <a:gd name="T17" fmla="*/ 0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 h="8">
                <a:moveTo>
                  <a:pt x="3" y="0"/>
                </a:moveTo>
                <a:cubicBezTo>
                  <a:pt x="1" y="0"/>
                  <a:pt x="0" y="1"/>
                  <a:pt x="0" y="3"/>
                </a:cubicBezTo>
                <a:cubicBezTo>
                  <a:pt x="0" y="5"/>
                  <a:pt x="0" y="5"/>
                  <a:pt x="0" y="5"/>
                </a:cubicBezTo>
                <a:cubicBezTo>
                  <a:pt x="0" y="7"/>
                  <a:pt x="1" y="8"/>
                  <a:pt x="3" y="8"/>
                </a:cubicBezTo>
                <a:cubicBezTo>
                  <a:pt x="4" y="8"/>
                  <a:pt x="4" y="8"/>
                  <a:pt x="4" y="8"/>
                </a:cubicBezTo>
                <a:cubicBezTo>
                  <a:pt x="6" y="8"/>
                  <a:pt x="8" y="7"/>
                  <a:pt x="8" y="5"/>
                </a:cubicBezTo>
                <a:cubicBezTo>
                  <a:pt x="8" y="3"/>
                  <a:pt x="8" y="3"/>
                  <a:pt x="8" y="3"/>
                </a:cubicBezTo>
                <a:cubicBezTo>
                  <a:pt x="8" y="1"/>
                  <a:pt x="6" y="0"/>
                  <a:pt x="4" y="0"/>
                </a:cubicBezTo>
                <a:lnTo>
                  <a:pt x="3"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E" sz="1800" b="0" i="0" u="none" strike="noStrike" kern="1200" cap="none" spc="0" normalizeH="0" baseline="0" noProof="0">
              <a:ln>
                <a:noFill/>
              </a:ln>
              <a:solidFill>
                <a:srgbClr val="000000"/>
              </a:solidFill>
              <a:effectLst/>
              <a:uLnTx/>
              <a:uFillTx/>
              <a:latin typeface="Verdana"/>
              <a:ea typeface="+mn-ea"/>
              <a:cs typeface="+mn-cs"/>
            </a:endParaRPr>
          </a:p>
        </p:txBody>
      </p:sp>
      <p:grpSp>
        <p:nvGrpSpPr>
          <p:cNvPr id="145" name="Group 144">
            <a:extLst>
              <a:ext uri="{FF2B5EF4-FFF2-40B4-BE49-F238E27FC236}">
                <a16:creationId xmlns:a16="http://schemas.microsoft.com/office/drawing/2014/main" id="{77653358-B83A-44B1-940E-E3D36DFE5060}"/>
              </a:ext>
            </a:extLst>
          </p:cNvPr>
          <p:cNvGrpSpPr/>
          <p:nvPr/>
        </p:nvGrpSpPr>
        <p:grpSpPr>
          <a:xfrm>
            <a:off x="270309" y="5036449"/>
            <a:ext cx="261248" cy="155096"/>
            <a:chOff x="5835650" y="3100388"/>
            <a:chExt cx="5118100" cy="3038475"/>
          </a:xfrm>
        </p:grpSpPr>
        <p:sp>
          <p:nvSpPr>
            <p:cNvPr id="146" name="Freeform 99">
              <a:extLst>
                <a:ext uri="{FF2B5EF4-FFF2-40B4-BE49-F238E27FC236}">
                  <a16:creationId xmlns:a16="http://schemas.microsoft.com/office/drawing/2014/main" id="{A0BA1B07-723C-492E-AB2B-A0BC7905CCB9}"/>
                </a:ext>
              </a:extLst>
            </p:cNvPr>
            <p:cNvSpPr>
              <a:spLocks/>
            </p:cNvSpPr>
            <p:nvPr/>
          </p:nvSpPr>
          <p:spPr bwMode="auto">
            <a:xfrm>
              <a:off x="6073775" y="5218113"/>
              <a:ext cx="441325" cy="441325"/>
            </a:xfrm>
            <a:custGeom>
              <a:avLst/>
              <a:gdLst>
                <a:gd name="T0" fmla="*/ 138 w 278"/>
                <a:gd name="T1" fmla="*/ 0 h 278"/>
                <a:gd name="T2" fmla="*/ 166 w 278"/>
                <a:gd name="T3" fmla="*/ 4 h 278"/>
                <a:gd name="T4" fmla="*/ 192 w 278"/>
                <a:gd name="T5" fmla="*/ 12 h 278"/>
                <a:gd name="T6" fmla="*/ 216 w 278"/>
                <a:gd name="T7" fmla="*/ 24 h 278"/>
                <a:gd name="T8" fmla="*/ 236 w 278"/>
                <a:gd name="T9" fmla="*/ 42 h 278"/>
                <a:gd name="T10" fmla="*/ 254 w 278"/>
                <a:gd name="T11" fmla="*/ 62 h 278"/>
                <a:gd name="T12" fmla="*/ 266 w 278"/>
                <a:gd name="T13" fmla="*/ 86 h 278"/>
                <a:gd name="T14" fmla="*/ 274 w 278"/>
                <a:gd name="T15" fmla="*/ 112 h 278"/>
                <a:gd name="T16" fmla="*/ 278 w 278"/>
                <a:gd name="T17" fmla="*/ 138 h 278"/>
                <a:gd name="T18" fmla="*/ 276 w 278"/>
                <a:gd name="T19" fmla="*/ 152 h 278"/>
                <a:gd name="T20" fmla="*/ 270 w 278"/>
                <a:gd name="T21" fmla="*/ 180 h 278"/>
                <a:gd name="T22" fmla="*/ 260 w 278"/>
                <a:gd name="T23" fmla="*/ 204 h 278"/>
                <a:gd name="T24" fmla="*/ 246 w 278"/>
                <a:gd name="T25" fmla="*/ 226 h 278"/>
                <a:gd name="T26" fmla="*/ 226 w 278"/>
                <a:gd name="T27" fmla="*/ 246 h 278"/>
                <a:gd name="T28" fmla="*/ 204 w 278"/>
                <a:gd name="T29" fmla="*/ 260 h 278"/>
                <a:gd name="T30" fmla="*/ 180 w 278"/>
                <a:gd name="T31" fmla="*/ 272 h 278"/>
                <a:gd name="T32" fmla="*/ 152 w 278"/>
                <a:gd name="T33" fmla="*/ 276 h 278"/>
                <a:gd name="T34" fmla="*/ 138 w 278"/>
                <a:gd name="T35" fmla="*/ 278 h 278"/>
                <a:gd name="T36" fmla="*/ 110 w 278"/>
                <a:gd name="T37" fmla="*/ 274 h 278"/>
                <a:gd name="T38" fmla="*/ 86 w 278"/>
                <a:gd name="T39" fmla="*/ 266 h 278"/>
                <a:gd name="T40" fmla="*/ 62 w 278"/>
                <a:gd name="T41" fmla="*/ 254 h 278"/>
                <a:gd name="T42" fmla="*/ 40 w 278"/>
                <a:gd name="T43" fmla="*/ 238 h 278"/>
                <a:gd name="T44" fmla="*/ 24 w 278"/>
                <a:gd name="T45" fmla="*/ 218 h 278"/>
                <a:gd name="T46" fmla="*/ 10 w 278"/>
                <a:gd name="T47" fmla="*/ 194 h 278"/>
                <a:gd name="T48" fmla="*/ 2 w 278"/>
                <a:gd name="T49" fmla="*/ 168 h 278"/>
                <a:gd name="T50" fmla="*/ 0 w 278"/>
                <a:gd name="T51" fmla="*/ 138 h 278"/>
                <a:gd name="T52" fmla="*/ 0 w 278"/>
                <a:gd name="T53" fmla="*/ 124 h 278"/>
                <a:gd name="T54" fmla="*/ 6 w 278"/>
                <a:gd name="T55" fmla="*/ 98 h 278"/>
                <a:gd name="T56" fmla="*/ 16 w 278"/>
                <a:gd name="T57" fmla="*/ 74 h 278"/>
                <a:gd name="T58" fmla="*/ 32 w 278"/>
                <a:gd name="T59" fmla="*/ 52 h 278"/>
                <a:gd name="T60" fmla="*/ 50 w 278"/>
                <a:gd name="T61" fmla="*/ 32 h 278"/>
                <a:gd name="T62" fmla="*/ 72 w 278"/>
                <a:gd name="T63" fmla="*/ 18 h 278"/>
                <a:gd name="T64" fmla="*/ 98 w 278"/>
                <a:gd name="T65" fmla="*/ 6 h 278"/>
                <a:gd name="T66" fmla="*/ 124 w 278"/>
                <a:gd name="T67" fmla="*/ 2 h 278"/>
                <a:gd name="T68" fmla="*/ 138 w 278"/>
                <a:gd name="T69" fmla="*/ 0 h 2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78" h="278">
                  <a:moveTo>
                    <a:pt x="138" y="0"/>
                  </a:moveTo>
                  <a:lnTo>
                    <a:pt x="138" y="0"/>
                  </a:lnTo>
                  <a:lnTo>
                    <a:pt x="152" y="2"/>
                  </a:lnTo>
                  <a:lnTo>
                    <a:pt x="166" y="4"/>
                  </a:lnTo>
                  <a:lnTo>
                    <a:pt x="180" y="6"/>
                  </a:lnTo>
                  <a:lnTo>
                    <a:pt x="192" y="12"/>
                  </a:lnTo>
                  <a:lnTo>
                    <a:pt x="204" y="18"/>
                  </a:lnTo>
                  <a:lnTo>
                    <a:pt x="216" y="24"/>
                  </a:lnTo>
                  <a:lnTo>
                    <a:pt x="226" y="32"/>
                  </a:lnTo>
                  <a:lnTo>
                    <a:pt x="236" y="42"/>
                  </a:lnTo>
                  <a:lnTo>
                    <a:pt x="246" y="52"/>
                  </a:lnTo>
                  <a:lnTo>
                    <a:pt x="254" y="62"/>
                  </a:lnTo>
                  <a:lnTo>
                    <a:pt x="260" y="74"/>
                  </a:lnTo>
                  <a:lnTo>
                    <a:pt x="266" y="86"/>
                  </a:lnTo>
                  <a:lnTo>
                    <a:pt x="270" y="98"/>
                  </a:lnTo>
                  <a:lnTo>
                    <a:pt x="274" y="112"/>
                  </a:lnTo>
                  <a:lnTo>
                    <a:pt x="276" y="124"/>
                  </a:lnTo>
                  <a:lnTo>
                    <a:pt x="278" y="138"/>
                  </a:lnTo>
                  <a:lnTo>
                    <a:pt x="278" y="138"/>
                  </a:lnTo>
                  <a:lnTo>
                    <a:pt x="276" y="152"/>
                  </a:lnTo>
                  <a:lnTo>
                    <a:pt x="274" y="166"/>
                  </a:lnTo>
                  <a:lnTo>
                    <a:pt x="270" y="180"/>
                  </a:lnTo>
                  <a:lnTo>
                    <a:pt x="266" y="192"/>
                  </a:lnTo>
                  <a:lnTo>
                    <a:pt x="260" y="204"/>
                  </a:lnTo>
                  <a:lnTo>
                    <a:pt x="254" y="216"/>
                  </a:lnTo>
                  <a:lnTo>
                    <a:pt x="246" y="226"/>
                  </a:lnTo>
                  <a:lnTo>
                    <a:pt x="236" y="236"/>
                  </a:lnTo>
                  <a:lnTo>
                    <a:pt x="226" y="246"/>
                  </a:lnTo>
                  <a:lnTo>
                    <a:pt x="216" y="254"/>
                  </a:lnTo>
                  <a:lnTo>
                    <a:pt x="204" y="260"/>
                  </a:lnTo>
                  <a:lnTo>
                    <a:pt x="192" y="266"/>
                  </a:lnTo>
                  <a:lnTo>
                    <a:pt x="180" y="272"/>
                  </a:lnTo>
                  <a:lnTo>
                    <a:pt x="166" y="274"/>
                  </a:lnTo>
                  <a:lnTo>
                    <a:pt x="152" y="276"/>
                  </a:lnTo>
                  <a:lnTo>
                    <a:pt x="138" y="278"/>
                  </a:lnTo>
                  <a:lnTo>
                    <a:pt x="138" y="278"/>
                  </a:lnTo>
                  <a:lnTo>
                    <a:pt x="124" y="276"/>
                  </a:lnTo>
                  <a:lnTo>
                    <a:pt x="110" y="274"/>
                  </a:lnTo>
                  <a:lnTo>
                    <a:pt x="98" y="272"/>
                  </a:lnTo>
                  <a:lnTo>
                    <a:pt x="86" y="266"/>
                  </a:lnTo>
                  <a:lnTo>
                    <a:pt x="72" y="262"/>
                  </a:lnTo>
                  <a:lnTo>
                    <a:pt x="62" y="254"/>
                  </a:lnTo>
                  <a:lnTo>
                    <a:pt x="50" y="246"/>
                  </a:lnTo>
                  <a:lnTo>
                    <a:pt x="40" y="238"/>
                  </a:lnTo>
                  <a:lnTo>
                    <a:pt x="32" y="228"/>
                  </a:lnTo>
                  <a:lnTo>
                    <a:pt x="24" y="218"/>
                  </a:lnTo>
                  <a:lnTo>
                    <a:pt x="16" y="206"/>
                  </a:lnTo>
                  <a:lnTo>
                    <a:pt x="10" y="194"/>
                  </a:lnTo>
                  <a:lnTo>
                    <a:pt x="6" y="180"/>
                  </a:lnTo>
                  <a:lnTo>
                    <a:pt x="2" y="168"/>
                  </a:lnTo>
                  <a:lnTo>
                    <a:pt x="0" y="154"/>
                  </a:lnTo>
                  <a:lnTo>
                    <a:pt x="0" y="138"/>
                  </a:lnTo>
                  <a:lnTo>
                    <a:pt x="0" y="138"/>
                  </a:lnTo>
                  <a:lnTo>
                    <a:pt x="0" y="124"/>
                  </a:lnTo>
                  <a:lnTo>
                    <a:pt x="2" y="112"/>
                  </a:lnTo>
                  <a:lnTo>
                    <a:pt x="6" y="98"/>
                  </a:lnTo>
                  <a:lnTo>
                    <a:pt x="10" y="86"/>
                  </a:lnTo>
                  <a:lnTo>
                    <a:pt x="16" y="74"/>
                  </a:lnTo>
                  <a:lnTo>
                    <a:pt x="24" y="62"/>
                  </a:lnTo>
                  <a:lnTo>
                    <a:pt x="32" y="52"/>
                  </a:lnTo>
                  <a:lnTo>
                    <a:pt x="40" y="42"/>
                  </a:lnTo>
                  <a:lnTo>
                    <a:pt x="50" y="32"/>
                  </a:lnTo>
                  <a:lnTo>
                    <a:pt x="62" y="24"/>
                  </a:lnTo>
                  <a:lnTo>
                    <a:pt x="72" y="18"/>
                  </a:lnTo>
                  <a:lnTo>
                    <a:pt x="86" y="12"/>
                  </a:lnTo>
                  <a:lnTo>
                    <a:pt x="98" y="6"/>
                  </a:lnTo>
                  <a:lnTo>
                    <a:pt x="110" y="4"/>
                  </a:lnTo>
                  <a:lnTo>
                    <a:pt x="124" y="2"/>
                  </a:lnTo>
                  <a:lnTo>
                    <a:pt x="138" y="0"/>
                  </a:lnTo>
                  <a:lnTo>
                    <a:pt x="138"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147" name="Line 100">
              <a:extLst>
                <a:ext uri="{FF2B5EF4-FFF2-40B4-BE49-F238E27FC236}">
                  <a16:creationId xmlns:a16="http://schemas.microsoft.com/office/drawing/2014/main" id="{42F27230-29F4-4025-9270-2D054CF983D4}"/>
                </a:ext>
              </a:extLst>
            </p:cNvPr>
            <p:cNvSpPr>
              <a:spLocks noChangeShapeType="1"/>
            </p:cNvSpPr>
            <p:nvPr/>
          </p:nvSpPr>
          <p:spPr bwMode="auto">
            <a:xfrm>
              <a:off x="6292850" y="5218113"/>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148" name="Freeform 101">
              <a:extLst>
                <a:ext uri="{FF2B5EF4-FFF2-40B4-BE49-F238E27FC236}">
                  <a16:creationId xmlns:a16="http://schemas.microsoft.com/office/drawing/2014/main" id="{9B3CD5F2-D3D0-40E5-B0C2-39678390154F}"/>
                </a:ext>
              </a:extLst>
            </p:cNvPr>
            <p:cNvSpPr>
              <a:spLocks noEditPoints="1"/>
            </p:cNvSpPr>
            <p:nvPr/>
          </p:nvSpPr>
          <p:spPr bwMode="auto">
            <a:xfrm>
              <a:off x="5835650" y="3100388"/>
              <a:ext cx="5118100" cy="2959100"/>
            </a:xfrm>
            <a:custGeom>
              <a:avLst/>
              <a:gdLst>
                <a:gd name="T0" fmla="*/ 1528 w 3224"/>
                <a:gd name="T1" fmla="*/ 16 h 1864"/>
                <a:gd name="T2" fmla="*/ 1590 w 3224"/>
                <a:gd name="T3" fmla="*/ 0 h 1864"/>
                <a:gd name="T4" fmla="*/ 1656 w 3224"/>
                <a:gd name="T5" fmla="*/ 4 h 1864"/>
                <a:gd name="T6" fmla="*/ 3190 w 3224"/>
                <a:gd name="T7" fmla="*/ 724 h 1864"/>
                <a:gd name="T8" fmla="*/ 3216 w 3224"/>
                <a:gd name="T9" fmla="*/ 744 h 1864"/>
                <a:gd name="T10" fmla="*/ 3222 w 3224"/>
                <a:gd name="T11" fmla="*/ 778 h 1864"/>
                <a:gd name="T12" fmla="*/ 3190 w 3224"/>
                <a:gd name="T13" fmla="*/ 810 h 1864"/>
                <a:gd name="T14" fmla="*/ 1676 w 3224"/>
                <a:gd name="T15" fmla="*/ 1526 h 1864"/>
                <a:gd name="T16" fmla="*/ 1612 w 3224"/>
                <a:gd name="T17" fmla="*/ 1536 h 1864"/>
                <a:gd name="T18" fmla="*/ 1548 w 3224"/>
                <a:gd name="T19" fmla="*/ 1526 h 1864"/>
                <a:gd name="T20" fmla="*/ 34 w 3224"/>
                <a:gd name="T21" fmla="*/ 810 h 1864"/>
                <a:gd name="T22" fmla="*/ 2 w 3224"/>
                <a:gd name="T23" fmla="*/ 778 h 1864"/>
                <a:gd name="T24" fmla="*/ 8 w 3224"/>
                <a:gd name="T25" fmla="*/ 744 h 1864"/>
                <a:gd name="T26" fmla="*/ 34 w 3224"/>
                <a:gd name="T27" fmla="*/ 724 h 1864"/>
                <a:gd name="T28" fmla="*/ 1700 w 3224"/>
                <a:gd name="T29" fmla="*/ 1104 h 1864"/>
                <a:gd name="T30" fmla="*/ 1946 w 3224"/>
                <a:gd name="T31" fmla="*/ 1132 h 1864"/>
                <a:gd name="T32" fmla="*/ 2158 w 3224"/>
                <a:gd name="T33" fmla="*/ 1190 h 1864"/>
                <a:gd name="T34" fmla="*/ 2298 w 3224"/>
                <a:gd name="T35" fmla="*/ 1256 h 1864"/>
                <a:gd name="T36" fmla="*/ 2366 w 3224"/>
                <a:gd name="T37" fmla="*/ 1302 h 1864"/>
                <a:gd name="T38" fmla="*/ 2416 w 3224"/>
                <a:gd name="T39" fmla="*/ 1352 h 1864"/>
                <a:gd name="T40" fmla="*/ 2452 w 3224"/>
                <a:gd name="T41" fmla="*/ 1406 h 1864"/>
                <a:gd name="T42" fmla="*/ 2468 w 3224"/>
                <a:gd name="T43" fmla="*/ 1464 h 1864"/>
                <a:gd name="T44" fmla="*/ 2468 w 3224"/>
                <a:gd name="T45" fmla="*/ 1502 h 1864"/>
                <a:gd name="T46" fmla="*/ 2452 w 3224"/>
                <a:gd name="T47" fmla="*/ 1560 h 1864"/>
                <a:gd name="T48" fmla="*/ 2416 w 3224"/>
                <a:gd name="T49" fmla="*/ 1614 h 1864"/>
                <a:gd name="T50" fmla="*/ 2366 w 3224"/>
                <a:gd name="T51" fmla="*/ 1664 h 1864"/>
                <a:gd name="T52" fmla="*/ 2298 w 3224"/>
                <a:gd name="T53" fmla="*/ 1710 h 1864"/>
                <a:gd name="T54" fmla="*/ 2158 w 3224"/>
                <a:gd name="T55" fmla="*/ 1776 h 1864"/>
                <a:gd name="T56" fmla="*/ 1946 w 3224"/>
                <a:gd name="T57" fmla="*/ 1834 h 1864"/>
                <a:gd name="T58" fmla="*/ 1700 w 3224"/>
                <a:gd name="T59" fmla="*/ 1862 h 1864"/>
                <a:gd name="T60" fmla="*/ 1524 w 3224"/>
                <a:gd name="T61" fmla="*/ 1862 h 1864"/>
                <a:gd name="T62" fmla="*/ 1278 w 3224"/>
                <a:gd name="T63" fmla="*/ 1834 h 1864"/>
                <a:gd name="T64" fmla="*/ 1066 w 3224"/>
                <a:gd name="T65" fmla="*/ 1776 h 1864"/>
                <a:gd name="T66" fmla="*/ 926 w 3224"/>
                <a:gd name="T67" fmla="*/ 1710 h 1864"/>
                <a:gd name="T68" fmla="*/ 858 w 3224"/>
                <a:gd name="T69" fmla="*/ 1664 h 1864"/>
                <a:gd name="T70" fmla="*/ 806 w 3224"/>
                <a:gd name="T71" fmla="*/ 1614 h 1864"/>
                <a:gd name="T72" fmla="*/ 772 w 3224"/>
                <a:gd name="T73" fmla="*/ 1560 h 1864"/>
                <a:gd name="T74" fmla="*/ 756 w 3224"/>
                <a:gd name="T75" fmla="*/ 1502 h 1864"/>
                <a:gd name="T76" fmla="*/ 756 w 3224"/>
                <a:gd name="T77" fmla="*/ 1464 h 1864"/>
                <a:gd name="T78" fmla="*/ 772 w 3224"/>
                <a:gd name="T79" fmla="*/ 1406 h 1864"/>
                <a:gd name="T80" fmla="*/ 806 w 3224"/>
                <a:gd name="T81" fmla="*/ 1352 h 1864"/>
                <a:gd name="T82" fmla="*/ 858 w 3224"/>
                <a:gd name="T83" fmla="*/ 1302 h 1864"/>
                <a:gd name="T84" fmla="*/ 926 w 3224"/>
                <a:gd name="T85" fmla="*/ 1256 h 1864"/>
                <a:gd name="T86" fmla="*/ 1066 w 3224"/>
                <a:gd name="T87" fmla="*/ 1190 h 1864"/>
                <a:gd name="T88" fmla="*/ 1278 w 3224"/>
                <a:gd name="T89" fmla="*/ 1132 h 1864"/>
                <a:gd name="T90" fmla="*/ 1524 w 3224"/>
                <a:gd name="T91" fmla="*/ 1104 h 1864"/>
                <a:gd name="T92" fmla="*/ 1612 w 3224"/>
                <a:gd name="T93" fmla="*/ 1102 h 18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224" h="1864">
                  <a:moveTo>
                    <a:pt x="34" y="724"/>
                  </a:moveTo>
                  <a:lnTo>
                    <a:pt x="1528" y="16"/>
                  </a:lnTo>
                  <a:lnTo>
                    <a:pt x="1528" y="16"/>
                  </a:lnTo>
                  <a:lnTo>
                    <a:pt x="1548" y="8"/>
                  </a:lnTo>
                  <a:lnTo>
                    <a:pt x="1568" y="4"/>
                  </a:lnTo>
                  <a:lnTo>
                    <a:pt x="1590" y="0"/>
                  </a:lnTo>
                  <a:lnTo>
                    <a:pt x="1612" y="0"/>
                  </a:lnTo>
                  <a:lnTo>
                    <a:pt x="1634" y="0"/>
                  </a:lnTo>
                  <a:lnTo>
                    <a:pt x="1656" y="4"/>
                  </a:lnTo>
                  <a:lnTo>
                    <a:pt x="1676" y="8"/>
                  </a:lnTo>
                  <a:lnTo>
                    <a:pt x="1696" y="16"/>
                  </a:lnTo>
                  <a:lnTo>
                    <a:pt x="3190" y="724"/>
                  </a:lnTo>
                  <a:lnTo>
                    <a:pt x="3190" y="724"/>
                  </a:lnTo>
                  <a:lnTo>
                    <a:pt x="3204" y="734"/>
                  </a:lnTo>
                  <a:lnTo>
                    <a:pt x="3216" y="744"/>
                  </a:lnTo>
                  <a:lnTo>
                    <a:pt x="3222" y="756"/>
                  </a:lnTo>
                  <a:lnTo>
                    <a:pt x="3224" y="768"/>
                  </a:lnTo>
                  <a:lnTo>
                    <a:pt x="3222" y="778"/>
                  </a:lnTo>
                  <a:lnTo>
                    <a:pt x="3216" y="790"/>
                  </a:lnTo>
                  <a:lnTo>
                    <a:pt x="3204" y="800"/>
                  </a:lnTo>
                  <a:lnTo>
                    <a:pt x="3190" y="810"/>
                  </a:lnTo>
                  <a:lnTo>
                    <a:pt x="1696" y="1518"/>
                  </a:lnTo>
                  <a:lnTo>
                    <a:pt x="1696" y="1518"/>
                  </a:lnTo>
                  <a:lnTo>
                    <a:pt x="1676" y="1526"/>
                  </a:lnTo>
                  <a:lnTo>
                    <a:pt x="1656" y="1532"/>
                  </a:lnTo>
                  <a:lnTo>
                    <a:pt x="1634" y="1534"/>
                  </a:lnTo>
                  <a:lnTo>
                    <a:pt x="1612" y="1536"/>
                  </a:lnTo>
                  <a:lnTo>
                    <a:pt x="1590" y="1534"/>
                  </a:lnTo>
                  <a:lnTo>
                    <a:pt x="1568" y="1532"/>
                  </a:lnTo>
                  <a:lnTo>
                    <a:pt x="1548" y="1526"/>
                  </a:lnTo>
                  <a:lnTo>
                    <a:pt x="1528" y="1518"/>
                  </a:lnTo>
                  <a:lnTo>
                    <a:pt x="34" y="810"/>
                  </a:lnTo>
                  <a:lnTo>
                    <a:pt x="34" y="810"/>
                  </a:lnTo>
                  <a:lnTo>
                    <a:pt x="20" y="800"/>
                  </a:lnTo>
                  <a:lnTo>
                    <a:pt x="8" y="790"/>
                  </a:lnTo>
                  <a:lnTo>
                    <a:pt x="2" y="778"/>
                  </a:lnTo>
                  <a:lnTo>
                    <a:pt x="0" y="768"/>
                  </a:lnTo>
                  <a:lnTo>
                    <a:pt x="2" y="756"/>
                  </a:lnTo>
                  <a:lnTo>
                    <a:pt x="8" y="744"/>
                  </a:lnTo>
                  <a:lnTo>
                    <a:pt x="20" y="734"/>
                  </a:lnTo>
                  <a:lnTo>
                    <a:pt x="34" y="724"/>
                  </a:lnTo>
                  <a:lnTo>
                    <a:pt x="34" y="724"/>
                  </a:lnTo>
                  <a:close/>
                  <a:moveTo>
                    <a:pt x="1612" y="1102"/>
                  </a:moveTo>
                  <a:lnTo>
                    <a:pt x="1612" y="1102"/>
                  </a:lnTo>
                  <a:lnTo>
                    <a:pt x="1700" y="1104"/>
                  </a:lnTo>
                  <a:lnTo>
                    <a:pt x="1784" y="1110"/>
                  </a:lnTo>
                  <a:lnTo>
                    <a:pt x="1866" y="1120"/>
                  </a:lnTo>
                  <a:lnTo>
                    <a:pt x="1946" y="1132"/>
                  </a:lnTo>
                  <a:lnTo>
                    <a:pt x="2020" y="1148"/>
                  </a:lnTo>
                  <a:lnTo>
                    <a:pt x="2092" y="1168"/>
                  </a:lnTo>
                  <a:lnTo>
                    <a:pt x="2158" y="1190"/>
                  </a:lnTo>
                  <a:lnTo>
                    <a:pt x="2218" y="1214"/>
                  </a:lnTo>
                  <a:lnTo>
                    <a:pt x="2274" y="1242"/>
                  </a:lnTo>
                  <a:lnTo>
                    <a:pt x="2298" y="1256"/>
                  </a:lnTo>
                  <a:lnTo>
                    <a:pt x="2322" y="1270"/>
                  </a:lnTo>
                  <a:lnTo>
                    <a:pt x="2344" y="1286"/>
                  </a:lnTo>
                  <a:lnTo>
                    <a:pt x="2366" y="1302"/>
                  </a:lnTo>
                  <a:lnTo>
                    <a:pt x="2384" y="1318"/>
                  </a:lnTo>
                  <a:lnTo>
                    <a:pt x="2402" y="1336"/>
                  </a:lnTo>
                  <a:lnTo>
                    <a:pt x="2416" y="1352"/>
                  </a:lnTo>
                  <a:lnTo>
                    <a:pt x="2430" y="1370"/>
                  </a:lnTo>
                  <a:lnTo>
                    <a:pt x="2442" y="1388"/>
                  </a:lnTo>
                  <a:lnTo>
                    <a:pt x="2452" y="1406"/>
                  </a:lnTo>
                  <a:lnTo>
                    <a:pt x="2460" y="1426"/>
                  </a:lnTo>
                  <a:lnTo>
                    <a:pt x="2464" y="1444"/>
                  </a:lnTo>
                  <a:lnTo>
                    <a:pt x="2468" y="1464"/>
                  </a:lnTo>
                  <a:lnTo>
                    <a:pt x="2468" y="1484"/>
                  </a:lnTo>
                  <a:lnTo>
                    <a:pt x="2468" y="1484"/>
                  </a:lnTo>
                  <a:lnTo>
                    <a:pt x="2468" y="1502"/>
                  </a:lnTo>
                  <a:lnTo>
                    <a:pt x="2464" y="1522"/>
                  </a:lnTo>
                  <a:lnTo>
                    <a:pt x="2460" y="1540"/>
                  </a:lnTo>
                  <a:lnTo>
                    <a:pt x="2452" y="1560"/>
                  </a:lnTo>
                  <a:lnTo>
                    <a:pt x="2442" y="1578"/>
                  </a:lnTo>
                  <a:lnTo>
                    <a:pt x="2430" y="1596"/>
                  </a:lnTo>
                  <a:lnTo>
                    <a:pt x="2416" y="1614"/>
                  </a:lnTo>
                  <a:lnTo>
                    <a:pt x="2402" y="1630"/>
                  </a:lnTo>
                  <a:lnTo>
                    <a:pt x="2384" y="1648"/>
                  </a:lnTo>
                  <a:lnTo>
                    <a:pt x="2366" y="1664"/>
                  </a:lnTo>
                  <a:lnTo>
                    <a:pt x="2344" y="1680"/>
                  </a:lnTo>
                  <a:lnTo>
                    <a:pt x="2322" y="1696"/>
                  </a:lnTo>
                  <a:lnTo>
                    <a:pt x="2298" y="1710"/>
                  </a:lnTo>
                  <a:lnTo>
                    <a:pt x="2274" y="1724"/>
                  </a:lnTo>
                  <a:lnTo>
                    <a:pt x="2218" y="1752"/>
                  </a:lnTo>
                  <a:lnTo>
                    <a:pt x="2158" y="1776"/>
                  </a:lnTo>
                  <a:lnTo>
                    <a:pt x="2092" y="1798"/>
                  </a:lnTo>
                  <a:lnTo>
                    <a:pt x="2020" y="1818"/>
                  </a:lnTo>
                  <a:lnTo>
                    <a:pt x="1946" y="1834"/>
                  </a:lnTo>
                  <a:lnTo>
                    <a:pt x="1866" y="1846"/>
                  </a:lnTo>
                  <a:lnTo>
                    <a:pt x="1784" y="1856"/>
                  </a:lnTo>
                  <a:lnTo>
                    <a:pt x="1700" y="1862"/>
                  </a:lnTo>
                  <a:lnTo>
                    <a:pt x="1612" y="1864"/>
                  </a:lnTo>
                  <a:lnTo>
                    <a:pt x="1612" y="1864"/>
                  </a:lnTo>
                  <a:lnTo>
                    <a:pt x="1524" y="1862"/>
                  </a:lnTo>
                  <a:lnTo>
                    <a:pt x="1440" y="1856"/>
                  </a:lnTo>
                  <a:lnTo>
                    <a:pt x="1356" y="1846"/>
                  </a:lnTo>
                  <a:lnTo>
                    <a:pt x="1278" y="1834"/>
                  </a:lnTo>
                  <a:lnTo>
                    <a:pt x="1204" y="1818"/>
                  </a:lnTo>
                  <a:lnTo>
                    <a:pt x="1132" y="1798"/>
                  </a:lnTo>
                  <a:lnTo>
                    <a:pt x="1066" y="1776"/>
                  </a:lnTo>
                  <a:lnTo>
                    <a:pt x="1006" y="1752"/>
                  </a:lnTo>
                  <a:lnTo>
                    <a:pt x="950" y="1724"/>
                  </a:lnTo>
                  <a:lnTo>
                    <a:pt x="926" y="1710"/>
                  </a:lnTo>
                  <a:lnTo>
                    <a:pt x="902" y="1696"/>
                  </a:lnTo>
                  <a:lnTo>
                    <a:pt x="878" y="1680"/>
                  </a:lnTo>
                  <a:lnTo>
                    <a:pt x="858" y="1664"/>
                  </a:lnTo>
                  <a:lnTo>
                    <a:pt x="840" y="1648"/>
                  </a:lnTo>
                  <a:lnTo>
                    <a:pt x="822" y="1630"/>
                  </a:lnTo>
                  <a:lnTo>
                    <a:pt x="806" y="1614"/>
                  </a:lnTo>
                  <a:lnTo>
                    <a:pt x="794" y="1596"/>
                  </a:lnTo>
                  <a:lnTo>
                    <a:pt x="782" y="1578"/>
                  </a:lnTo>
                  <a:lnTo>
                    <a:pt x="772" y="1560"/>
                  </a:lnTo>
                  <a:lnTo>
                    <a:pt x="764" y="1540"/>
                  </a:lnTo>
                  <a:lnTo>
                    <a:pt x="760" y="1522"/>
                  </a:lnTo>
                  <a:lnTo>
                    <a:pt x="756" y="1502"/>
                  </a:lnTo>
                  <a:lnTo>
                    <a:pt x="754" y="1484"/>
                  </a:lnTo>
                  <a:lnTo>
                    <a:pt x="754" y="1484"/>
                  </a:lnTo>
                  <a:lnTo>
                    <a:pt x="756" y="1464"/>
                  </a:lnTo>
                  <a:lnTo>
                    <a:pt x="760" y="1444"/>
                  </a:lnTo>
                  <a:lnTo>
                    <a:pt x="764" y="1426"/>
                  </a:lnTo>
                  <a:lnTo>
                    <a:pt x="772" y="1406"/>
                  </a:lnTo>
                  <a:lnTo>
                    <a:pt x="782" y="1388"/>
                  </a:lnTo>
                  <a:lnTo>
                    <a:pt x="794" y="1370"/>
                  </a:lnTo>
                  <a:lnTo>
                    <a:pt x="806" y="1352"/>
                  </a:lnTo>
                  <a:lnTo>
                    <a:pt x="822" y="1336"/>
                  </a:lnTo>
                  <a:lnTo>
                    <a:pt x="840" y="1318"/>
                  </a:lnTo>
                  <a:lnTo>
                    <a:pt x="858" y="1302"/>
                  </a:lnTo>
                  <a:lnTo>
                    <a:pt x="878" y="1286"/>
                  </a:lnTo>
                  <a:lnTo>
                    <a:pt x="902" y="1270"/>
                  </a:lnTo>
                  <a:lnTo>
                    <a:pt x="926" y="1256"/>
                  </a:lnTo>
                  <a:lnTo>
                    <a:pt x="950" y="1242"/>
                  </a:lnTo>
                  <a:lnTo>
                    <a:pt x="1006" y="1214"/>
                  </a:lnTo>
                  <a:lnTo>
                    <a:pt x="1066" y="1190"/>
                  </a:lnTo>
                  <a:lnTo>
                    <a:pt x="1132" y="1168"/>
                  </a:lnTo>
                  <a:lnTo>
                    <a:pt x="1204" y="1148"/>
                  </a:lnTo>
                  <a:lnTo>
                    <a:pt x="1278" y="1132"/>
                  </a:lnTo>
                  <a:lnTo>
                    <a:pt x="1356" y="1120"/>
                  </a:lnTo>
                  <a:lnTo>
                    <a:pt x="1440" y="1110"/>
                  </a:lnTo>
                  <a:lnTo>
                    <a:pt x="1524" y="1104"/>
                  </a:lnTo>
                  <a:lnTo>
                    <a:pt x="1612" y="1102"/>
                  </a:lnTo>
                  <a:lnTo>
                    <a:pt x="1612" y="1102"/>
                  </a:lnTo>
                  <a:close/>
                  <a:moveTo>
                    <a:pt x="1612" y="1102"/>
                  </a:moveTo>
                  <a:lnTo>
                    <a:pt x="1612" y="1102"/>
                  </a:lnTo>
                  <a:close/>
                </a:path>
              </a:pathLst>
            </a:custGeom>
            <a:solidFill>
              <a:schemeClr val="accent2">
                <a:lumMod val="20000"/>
                <a:lumOff val="80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149" name="Freeform 102">
              <a:extLst>
                <a:ext uri="{FF2B5EF4-FFF2-40B4-BE49-F238E27FC236}">
                  <a16:creationId xmlns:a16="http://schemas.microsoft.com/office/drawing/2014/main" id="{C741ACDB-5717-41F6-8ACA-04DB6ACB6112}"/>
                </a:ext>
              </a:extLst>
            </p:cNvPr>
            <p:cNvSpPr>
              <a:spLocks/>
            </p:cNvSpPr>
            <p:nvPr/>
          </p:nvSpPr>
          <p:spPr bwMode="auto">
            <a:xfrm>
              <a:off x="5835650" y="3100388"/>
              <a:ext cx="5118100" cy="2438400"/>
            </a:xfrm>
            <a:custGeom>
              <a:avLst/>
              <a:gdLst>
                <a:gd name="T0" fmla="*/ 34 w 3224"/>
                <a:gd name="T1" fmla="*/ 724 h 1536"/>
                <a:gd name="T2" fmla="*/ 1528 w 3224"/>
                <a:gd name="T3" fmla="*/ 16 h 1536"/>
                <a:gd name="T4" fmla="*/ 1528 w 3224"/>
                <a:gd name="T5" fmla="*/ 16 h 1536"/>
                <a:gd name="T6" fmla="*/ 1548 w 3224"/>
                <a:gd name="T7" fmla="*/ 8 h 1536"/>
                <a:gd name="T8" fmla="*/ 1568 w 3224"/>
                <a:gd name="T9" fmla="*/ 4 h 1536"/>
                <a:gd name="T10" fmla="*/ 1590 w 3224"/>
                <a:gd name="T11" fmla="*/ 0 h 1536"/>
                <a:gd name="T12" fmla="*/ 1612 w 3224"/>
                <a:gd name="T13" fmla="*/ 0 h 1536"/>
                <a:gd name="T14" fmla="*/ 1634 w 3224"/>
                <a:gd name="T15" fmla="*/ 0 h 1536"/>
                <a:gd name="T16" fmla="*/ 1656 w 3224"/>
                <a:gd name="T17" fmla="*/ 4 h 1536"/>
                <a:gd name="T18" fmla="*/ 1676 w 3224"/>
                <a:gd name="T19" fmla="*/ 8 h 1536"/>
                <a:gd name="T20" fmla="*/ 1696 w 3224"/>
                <a:gd name="T21" fmla="*/ 16 h 1536"/>
                <a:gd name="T22" fmla="*/ 3190 w 3224"/>
                <a:gd name="T23" fmla="*/ 724 h 1536"/>
                <a:gd name="T24" fmla="*/ 3190 w 3224"/>
                <a:gd name="T25" fmla="*/ 724 h 1536"/>
                <a:gd name="T26" fmla="*/ 3204 w 3224"/>
                <a:gd name="T27" fmla="*/ 734 h 1536"/>
                <a:gd name="T28" fmla="*/ 3216 w 3224"/>
                <a:gd name="T29" fmla="*/ 744 h 1536"/>
                <a:gd name="T30" fmla="*/ 3222 w 3224"/>
                <a:gd name="T31" fmla="*/ 756 h 1536"/>
                <a:gd name="T32" fmla="*/ 3224 w 3224"/>
                <a:gd name="T33" fmla="*/ 768 h 1536"/>
                <a:gd name="T34" fmla="*/ 3222 w 3224"/>
                <a:gd name="T35" fmla="*/ 778 h 1536"/>
                <a:gd name="T36" fmla="*/ 3216 w 3224"/>
                <a:gd name="T37" fmla="*/ 790 h 1536"/>
                <a:gd name="T38" fmla="*/ 3204 w 3224"/>
                <a:gd name="T39" fmla="*/ 800 h 1536"/>
                <a:gd name="T40" fmla="*/ 3190 w 3224"/>
                <a:gd name="T41" fmla="*/ 810 h 1536"/>
                <a:gd name="T42" fmla="*/ 1696 w 3224"/>
                <a:gd name="T43" fmla="*/ 1518 h 1536"/>
                <a:gd name="T44" fmla="*/ 1696 w 3224"/>
                <a:gd name="T45" fmla="*/ 1518 h 1536"/>
                <a:gd name="T46" fmla="*/ 1676 w 3224"/>
                <a:gd name="T47" fmla="*/ 1526 h 1536"/>
                <a:gd name="T48" fmla="*/ 1656 w 3224"/>
                <a:gd name="T49" fmla="*/ 1532 h 1536"/>
                <a:gd name="T50" fmla="*/ 1634 w 3224"/>
                <a:gd name="T51" fmla="*/ 1534 h 1536"/>
                <a:gd name="T52" fmla="*/ 1612 w 3224"/>
                <a:gd name="T53" fmla="*/ 1536 h 1536"/>
                <a:gd name="T54" fmla="*/ 1590 w 3224"/>
                <a:gd name="T55" fmla="*/ 1534 h 1536"/>
                <a:gd name="T56" fmla="*/ 1568 w 3224"/>
                <a:gd name="T57" fmla="*/ 1532 h 1536"/>
                <a:gd name="T58" fmla="*/ 1548 w 3224"/>
                <a:gd name="T59" fmla="*/ 1526 h 1536"/>
                <a:gd name="T60" fmla="*/ 1528 w 3224"/>
                <a:gd name="T61" fmla="*/ 1518 h 1536"/>
                <a:gd name="T62" fmla="*/ 34 w 3224"/>
                <a:gd name="T63" fmla="*/ 810 h 1536"/>
                <a:gd name="T64" fmla="*/ 34 w 3224"/>
                <a:gd name="T65" fmla="*/ 810 h 1536"/>
                <a:gd name="T66" fmla="*/ 20 w 3224"/>
                <a:gd name="T67" fmla="*/ 800 h 1536"/>
                <a:gd name="T68" fmla="*/ 8 w 3224"/>
                <a:gd name="T69" fmla="*/ 790 h 1536"/>
                <a:gd name="T70" fmla="*/ 2 w 3224"/>
                <a:gd name="T71" fmla="*/ 778 h 1536"/>
                <a:gd name="T72" fmla="*/ 0 w 3224"/>
                <a:gd name="T73" fmla="*/ 768 h 1536"/>
                <a:gd name="T74" fmla="*/ 2 w 3224"/>
                <a:gd name="T75" fmla="*/ 756 h 1536"/>
                <a:gd name="T76" fmla="*/ 8 w 3224"/>
                <a:gd name="T77" fmla="*/ 744 h 1536"/>
                <a:gd name="T78" fmla="*/ 20 w 3224"/>
                <a:gd name="T79" fmla="*/ 734 h 1536"/>
                <a:gd name="T80" fmla="*/ 34 w 3224"/>
                <a:gd name="T81" fmla="*/ 724 h 1536"/>
                <a:gd name="T82" fmla="*/ 34 w 3224"/>
                <a:gd name="T83" fmla="*/ 724 h 1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3224" h="1536">
                  <a:moveTo>
                    <a:pt x="34" y="724"/>
                  </a:moveTo>
                  <a:lnTo>
                    <a:pt x="1528" y="16"/>
                  </a:lnTo>
                  <a:lnTo>
                    <a:pt x="1528" y="16"/>
                  </a:lnTo>
                  <a:lnTo>
                    <a:pt x="1548" y="8"/>
                  </a:lnTo>
                  <a:lnTo>
                    <a:pt x="1568" y="4"/>
                  </a:lnTo>
                  <a:lnTo>
                    <a:pt x="1590" y="0"/>
                  </a:lnTo>
                  <a:lnTo>
                    <a:pt x="1612" y="0"/>
                  </a:lnTo>
                  <a:lnTo>
                    <a:pt x="1634" y="0"/>
                  </a:lnTo>
                  <a:lnTo>
                    <a:pt x="1656" y="4"/>
                  </a:lnTo>
                  <a:lnTo>
                    <a:pt x="1676" y="8"/>
                  </a:lnTo>
                  <a:lnTo>
                    <a:pt x="1696" y="16"/>
                  </a:lnTo>
                  <a:lnTo>
                    <a:pt x="3190" y="724"/>
                  </a:lnTo>
                  <a:lnTo>
                    <a:pt x="3190" y="724"/>
                  </a:lnTo>
                  <a:lnTo>
                    <a:pt x="3204" y="734"/>
                  </a:lnTo>
                  <a:lnTo>
                    <a:pt x="3216" y="744"/>
                  </a:lnTo>
                  <a:lnTo>
                    <a:pt x="3222" y="756"/>
                  </a:lnTo>
                  <a:lnTo>
                    <a:pt x="3224" y="768"/>
                  </a:lnTo>
                  <a:lnTo>
                    <a:pt x="3222" y="778"/>
                  </a:lnTo>
                  <a:lnTo>
                    <a:pt x="3216" y="790"/>
                  </a:lnTo>
                  <a:lnTo>
                    <a:pt x="3204" y="800"/>
                  </a:lnTo>
                  <a:lnTo>
                    <a:pt x="3190" y="810"/>
                  </a:lnTo>
                  <a:lnTo>
                    <a:pt x="1696" y="1518"/>
                  </a:lnTo>
                  <a:lnTo>
                    <a:pt x="1696" y="1518"/>
                  </a:lnTo>
                  <a:lnTo>
                    <a:pt x="1676" y="1526"/>
                  </a:lnTo>
                  <a:lnTo>
                    <a:pt x="1656" y="1532"/>
                  </a:lnTo>
                  <a:lnTo>
                    <a:pt x="1634" y="1534"/>
                  </a:lnTo>
                  <a:lnTo>
                    <a:pt x="1612" y="1536"/>
                  </a:lnTo>
                  <a:lnTo>
                    <a:pt x="1590" y="1534"/>
                  </a:lnTo>
                  <a:lnTo>
                    <a:pt x="1568" y="1532"/>
                  </a:lnTo>
                  <a:lnTo>
                    <a:pt x="1548" y="1526"/>
                  </a:lnTo>
                  <a:lnTo>
                    <a:pt x="1528" y="1518"/>
                  </a:lnTo>
                  <a:lnTo>
                    <a:pt x="34" y="810"/>
                  </a:lnTo>
                  <a:lnTo>
                    <a:pt x="34" y="810"/>
                  </a:lnTo>
                  <a:lnTo>
                    <a:pt x="20" y="800"/>
                  </a:lnTo>
                  <a:lnTo>
                    <a:pt x="8" y="790"/>
                  </a:lnTo>
                  <a:lnTo>
                    <a:pt x="2" y="778"/>
                  </a:lnTo>
                  <a:lnTo>
                    <a:pt x="0" y="768"/>
                  </a:lnTo>
                  <a:lnTo>
                    <a:pt x="2" y="756"/>
                  </a:lnTo>
                  <a:lnTo>
                    <a:pt x="8" y="744"/>
                  </a:lnTo>
                  <a:lnTo>
                    <a:pt x="20" y="734"/>
                  </a:lnTo>
                  <a:lnTo>
                    <a:pt x="34" y="724"/>
                  </a:lnTo>
                  <a:lnTo>
                    <a:pt x="34" y="724"/>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150" name="Freeform 103">
              <a:extLst>
                <a:ext uri="{FF2B5EF4-FFF2-40B4-BE49-F238E27FC236}">
                  <a16:creationId xmlns:a16="http://schemas.microsoft.com/office/drawing/2014/main" id="{4EF0CEF5-453E-478D-86F0-268276B9F922}"/>
                </a:ext>
              </a:extLst>
            </p:cNvPr>
            <p:cNvSpPr>
              <a:spLocks/>
            </p:cNvSpPr>
            <p:nvPr/>
          </p:nvSpPr>
          <p:spPr bwMode="auto">
            <a:xfrm>
              <a:off x="7032625" y="4849813"/>
              <a:ext cx="2720975" cy="1209675"/>
            </a:xfrm>
            <a:custGeom>
              <a:avLst/>
              <a:gdLst>
                <a:gd name="T0" fmla="*/ 858 w 1714"/>
                <a:gd name="T1" fmla="*/ 0 h 762"/>
                <a:gd name="T2" fmla="*/ 1030 w 1714"/>
                <a:gd name="T3" fmla="*/ 8 h 762"/>
                <a:gd name="T4" fmla="*/ 1192 w 1714"/>
                <a:gd name="T5" fmla="*/ 30 h 762"/>
                <a:gd name="T6" fmla="*/ 1338 w 1714"/>
                <a:gd name="T7" fmla="*/ 66 h 762"/>
                <a:gd name="T8" fmla="*/ 1464 w 1714"/>
                <a:gd name="T9" fmla="*/ 112 h 762"/>
                <a:gd name="T10" fmla="*/ 1544 w 1714"/>
                <a:gd name="T11" fmla="*/ 154 h 762"/>
                <a:gd name="T12" fmla="*/ 1590 w 1714"/>
                <a:gd name="T13" fmla="*/ 184 h 762"/>
                <a:gd name="T14" fmla="*/ 1630 w 1714"/>
                <a:gd name="T15" fmla="*/ 216 h 762"/>
                <a:gd name="T16" fmla="*/ 1662 w 1714"/>
                <a:gd name="T17" fmla="*/ 250 h 762"/>
                <a:gd name="T18" fmla="*/ 1688 w 1714"/>
                <a:gd name="T19" fmla="*/ 286 h 762"/>
                <a:gd name="T20" fmla="*/ 1706 w 1714"/>
                <a:gd name="T21" fmla="*/ 324 h 762"/>
                <a:gd name="T22" fmla="*/ 1714 w 1714"/>
                <a:gd name="T23" fmla="*/ 362 h 762"/>
                <a:gd name="T24" fmla="*/ 1714 w 1714"/>
                <a:gd name="T25" fmla="*/ 382 h 762"/>
                <a:gd name="T26" fmla="*/ 1710 w 1714"/>
                <a:gd name="T27" fmla="*/ 420 h 762"/>
                <a:gd name="T28" fmla="*/ 1698 w 1714"/>
                <a:gd name="T29" fmla="*/ 458 h 762"/>
                <a:gd name="T30" fmla="*/ 1676 w 1714"/>
                <a:gd name="T31" fmla="*/ 494 h 762"/>
                <a:gd name="T32" fmla="*/ 1648 w 1714"/>
                <a:gd name="T33" fmla="*/ 528 h 762"/>
                <a:gd name="T34" fmla="*/ 1612 w 1714"/>
                <a:gd name="T35" fmla="*/ 562 h 762"/>
                <a:gd name="T36" fmla="*/ 1568 w 1714"/>
                <a:gd name="T37" fmla="*/ 594 h 762"/>
                <a:gd name="T38" fmla="*/ 1520 w 1714"/>
                <a:gd name="T39" fmla="*/ 622 h 762"/>
                <a:gd name="T40" fmla="*/ 1404 w 1714"/>
                <a:gd name="T41" fmla="*/ 674 h 762"/>
                <a:gd name="T42" fmla="*/ 1266 w 1714"/>
                <a:gd name="T43" fmla="*/ 716 h 762"/>
                <a:gd name="T44" fmla="*/ 1112 w 1714"/>
                <a:gd name="T45" fmla="*/ 744 h 762"/>
                <a:gd name="T46" fmla="*/ 946 w 1714"/>
                <a:gd name="T47" fmla="*/ 760 h 762"/>
                <a:gd name="T48" fmla="*/ 858 w 1714"/>
                <a:gd name="T49" fmla="*/ 762 h 762"/>
                <a:gd name="T50" fmla="*/ 686 w 1714"/>
                <a:gd name="T51" fmla="*/ 754 h 762"/>
                <a:gd name="T52" fmla="*/ 524 w 1714"/>
                <a:gd name="T53" fmla="*/ 732 h 762"/>
                <a:gd name="T54" fmla="*/ 378 w 1714"/>
                <a:gd name="T55" fmla="*/ 696 h 762"/>
                <a:gd name="T56" fmla="*/ 252 w 1714"/>
                <a:gd name="T57" fmla="*/ 650 h 762"/>
                <a:gd name="T58" fmla="*/ 172 w 1714"/>
                <a:gd name="T59" fmla="*/ 608 h 762"/>
                <a:gd name="T60" fmla="*/ 124 w 1714"/>
                <a:gd name="T61" fmla="*/ 578 h 762"/>
                <a:gd name="T62" fmla="*/ 86 w 1714"/>
                <a:gd name="T63" fmla="*/ 546 h 762"/>
                <a:gd name="T64" fmla="*/ 52 w 1714"/>
                <a:gd name="T65" fmla="*/ 512 h 762"/>
                <a:gd name="T66" fmla="*/ 28 w 1714"/>
                <a:gd name="T67" fmla="*/ 476 h 762"/>
                <a:gd name="T68" fmla="*/ 10 w 1714"/>
                <a:gd name="T69" fmla="*/ 438 h 762"/>
                <a:gd name="T70" fmla="*/ 2 w 1714"/>
                <a:gd name="T71" fmla="*/ 400 h 762"/>
                <a:gd name="T72" fmla="*/ 0 w 1714"/>
                <a:gd name="T73" fmla="*/ 382 h 762"/>
                <a:gd name="T74" fmla="*/ 6 w 1714"/>
                <a:gd name="T75" fmla="*/ 342 h 762"/>
                <a:gd name="T76" fmla="*/ 18 w 1714"/>
                <a:gd name="T77" fmla="*/ 304 h 762"/>
                <a:gd name="T78" fmla="*/ 40 w 1714"/>
                <a:gd name="T79" fmla="*/ 268 h 762"/>
                <a:gd name="T80" fmla="*/ 68 w 1714"/>
                <a:gd name="T81" fmla="*/ 234 h 762"/>
                <a:gd name="T82" fmla="*/ 104 w 1714"/>
                <a:gd name="T83" fmla="*/ 200 h 762"/>
                <a:gd name="T84" fmla="*/ 148 w 1714"/>
                <a:gd name="T85" fmla="*/ 168 h 762"/>
                <a:gd name="T86" fmla="*/ 196 w 1714"/>
                <a:gd name="T87" fmla="*/ 140 h 762"/>
                <a:gd name="T88" fmla="*/ 312 w 1714"/>
                <a:gd name="T89" fmla="*/ 88 h 762"/>
                <a:gd name="T90" fmla="*/ 450 w 1714"/>
                <a:gd name="T91" fmla="*/ 46 h 762"/>
                <a:gd name="T92" fmla="*/ 602 w 1714"/>
                <a:gd name="T93" fmla="*/ 18 h 762"/>
                <a:gd name="T94" fmla="*/ 770 w 1714"/>
                <a:gd name="T95" fmla="*/ 2 h 762"/>
                <a:gd name="T96" fmla="*/ 858 w 1714"/>
                <a:gd name="T97" fmla="*/ 0 h 7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714" h="762">
                  <a:moveTo>
                    <a:pt x="858" y="0"/>
                  </a:moveTo>
                  <a:lnTo>
                    <a:pt x="858" y="0"/>
                  </a:lnTo>
                  <a:lnTo>
                    <a:pt x="946" y="2"/>
                  </a:lnTo>
                  <a:lnTo>
                    <a:pt x="1030" y="8"/>
                  </a:lnTo>
                  <a:lnTo>
                    <a:pt x="1112" y="18"/>
                  </a:lnTo>
                  <a:lnTo>
                    <a:pt x="1192" y="30"/>
                  </a:lnTo>
                  <a:lnTo>
                    <a:pt x="1266" y="46"/>
                  </a:lnTo>
                  <a:lnTo>
                    <a:pt x="1338" y="66"/>
                  </a:lnTo>
                  <a:lnTo>
                    <a:pt x="1404" y="88"/>
                  </a:lnTo>
                  <a:lnTo>
                    <a:pt x="1464" y="112"/>
                  </a:lnTo>
                  <a:lnTo>
                    <a:pt x="1520" y="140"/>
                  </a:lnTo>
                  <a:lnTo>
                    <a:pt x="1544" y="154"/>
                  </a:lnTo>
                  <a:lnTo>
                    <a:pt x="1568" y="168"/>
                  </a:lnTo>
                  <a:lnTo>
                    <a:pt x="1590" y="184"/>
                  </a:lnTo>
                  <a:lnTo>
                    <a:pt x="1612" y="200"/>
                  </a:lnTo>
                  <a:lnTo>
                    <a:pt x="1630" y="216"/>
                  </a:lnTo>
                  <a:lnTo>
                    <a:pt x="1648" y="234"/>
                  </a:lnTo>
                  <a:lnTo>
                    <a:pt x="1662" y="250"/>
                  </a:lnTo>
                  <a:lnTo>
                    <a:pt x="1676" y="268"/>
                  </a:lnTo>
                  <a:lnTo>
                    <a:pt x="1688" y="286"/>
                  </a:lnTo>
                  <a:lnTo>
                    <a:pt x="1698" y="304"/>
                  </a:lnTo>
                  <a:lnTo>
                    <a:pt x="1706" y="324"/>
                  </a:lnTo>
                  <a:lnTo>
                    <a:pt x="1710" y="342"/>
                  </a:lnTo>
                  <a:lnTo>
                    <a:pt x="1714" y="362"/>
                  </a:lnTo>
                  <a:lnTo>
                    <a:pt x="1714" y="382"/>
                  </a:lnTo>
                  <a:lnTo>
                    <a:pt x="1714" y="382"/>
                  </a:lnTo>
                  <a:lnTo>
                    <a:pt x="1714" y="400"/>
                  </a:lnTo>
                  <a:lnTo>
                    <a:pt x="1710" y="420"/>
                  </a:lnTo>
                  <a:lnTo>
                    <a:pt x="1706" y="438"/>
                  </a:lnTo>
                  <a:lnTo>
                    <a:pt x="1698" y="458"/>
                  </a:lnTo>
                  <a:lnTo>
                    <a:pt x="1688" y="476"/>
                  </a:lnTo>
                  <a:lnTo>
                    <a:pt x="1676" y="494"/>
                  </a:lnTo>
                  <a:lnTo>
                    <a:pt x="1662" y="512"/>
                  </a:lnTo>
                  <a:lnTo>
                    <a:pt x="1648" y="528"/>
                  </a:lnTo>
                  <a:lnTo>
                    <a:pt x="1630" y="546"/>
                  </a:lnTo>
                  <a:lnTo>
                    <a:pt x="1612" y="562"/>
                  </a:lnTo>
                  <a:lnTo>
                    <a:pt x="1590" y="578"/>
                  </a:lnTo>
                  <a:lnTo>
                    <a:pt x="1568" y="594"/>
                  </a:lnTo>
                  <a:lnTo>
                    <a:pt x="1544" y="608"/>
                  </a:lnTo>
                  <a:lnTo>
                    <a:pt x="1520" y="622"/>
                  </a:lnTo>
                  <a:lnTo>
                    <a:pt x="1464" y="650"/>
                  </a:lnTo>
                  <a:lnTo>
                    <a:pt x="1404" y="674"/>
                  </a:lnTo>
                  <a:lnTo>
                    <a:pt x="1338" y="696"/>
                  </a:lnTo>
                  <a:lnTo>
                    <a:pt x="1266" y="716"/>
                  </a:lnTo>
                  <a:lnTo>
                    <a:pt x="1192" y="732"/>
                  </a:lnTo>
                  <a:lnTo>
                    <a:pt x="1112" y="744"/>
                  </a:lnTo>
                  <a:lnTo>
                    <a:pt x="1030" y="754"/>
                  </a:lnTo>
                  <a:lnTo>
                    <a:pt x="946" y="760"/>
                  </a:lnTo>
                  <a:lnTo>
                    <a:pt x="858" y="762"/>
                  </a:lnTo>
                  <a:lnTo>
                    <a:pt x="858" y="762"/>
                  </a:lnTo>
                  <a:lnTo>
                    <a:pt x="770" y="760"/>
                  </a:lnTo>
                  <a:lnTo>
                    <a:pt x="686" y="754"/>
                  </a:lnTo>
                  <a:lnTo>
                    <a:pt x="602" y="744"/>
                  </a:lnTo>
                  <a:lnTo>
                    <a:pt x="524" y="732"/>
                  </a:lnTo>
                  <a:lnTo>
                    <a:pt x="450" y="716"/>
                  </a:lnTo>
                  <a:lnTo>
                    <a:pt x="378" y="696"/>
                  </a:lnTo>
                  <a:lnTo>
                    <a:pt x="312" y="674"/>
                  </a:lnTo>
                  <a:lnTo>
                    <a:pt x="252" y="650"/>
                  </a:lnTo>
                  <a:lnTo>
                    <a:pt x="196" y="622"/>
                  </a:lnTo>
                  <a:lnTo>
                    <a:pt x="172" y="608"/>
                  </a:lnTo>
                  <a:lnTo>
                    <a:pt x="148" y="594"/>
                  </a:lnTo>
                  <a:lnTo>
                    <a:pt x="124" y="578"/>
                  </a:lnTo>
                  <a:lnTo>
                    <a:pt x="104" y="562"/>
                  </a:lnTo>
                  <a:lnTo>
                    <a:pt x="86" y="546"/>
                  </a:lnTo>
                  <a:lnTo>
                    <a:pt x="68" y="528"/>
                  </a:lnTo>
                  <a:lnTo>
                    <a:pt x="52" y="512"/>
                  </a:lnTo>
                  <a:lnTo>
                    <a:pt x="40" y="494"/>
                  </a:lnTo>
                  <a:lnTo>
                    <a:pt x="28" y="476"/>
                  </a:lnTo>
                  <a:lnTo>
                    <a:pt x="18" y="458"/>
                  </a:lnTo>
                  <a:lnTo>
                    <a:pt x="10" y="438"/>
                  </a:lnTo>
                  <a:lnTo>
                    <a:pt x="6" y="420"/>
                  </a:lnTo>
                  <a:lnTo>
                    <a:pt x="2" y="400"/>
                  </a:lnTo>
                  <a:lnTo>
                    <a:pt x="0" y="382"/>
                  </a:lnTo>
                  <a:lnTo>
                    <a:pt x="0" y="382"/>
                  </a:lnTo>
                  <a:lnTo>
                    <a:pt x="2" y="362"/>
                  </a:lnTo>
                  <a:lnTo>
                    <a:pt x="6" y="342"/>
                  </a:lnTo>
                  <a:lnTo>
                    <a:pt x="10" y="324"/>
                  </a:lnTo>
                  <a:lnTo>
                    <a:pt x="18" y="304"/>
                  </a:lnTo>
                  <a:lnTo>
                    <a:pt x="28" y="286"/>
                  </a:lnTo>
                  <a:lnTo>
                    <a:pt x="40" y="268"/>
                  </a:lnTo>
                  <a:lnTo>
                    <a:pt x="52" y="250"/>
                  </a:lnTo>
                  <a:lnTo>
                    <a:pt x="68" y="234"/>
                  </a:lnTo>
                  <a:lnTo>
                    <a:pt x="86" y="216"/>
                  </a:lnTo>
                  <a:lnTo>
                    <a:pt x="104" y="200"/>
                  </a:lnTo>
                  <a:lnTo>
                    <a:pt x="124" y="184"/>
                  </a:lnTo>
                  <a:lnTo>
                    <a:pt x="148" y="168"/>
                  </a:lnTo>
                  <a:lnTo>
                    <a:pt x="172" y="154"/>
                  </a:lnTo>
                  <a:lnTo>
                    <a:pt x="196" y="140"/>
                  </a:lnTo>
                  <a:lnTo>
                    <a:pt x="252" y="112"/>
                  </a:lnTo>
                  <a:lnTo>
                    <a:pt x="312" y="88"/>
                  </a:lnTo>
                  <a:lnTo>
                    <a:pt x="378" y="66"/>
                  </a:lnTo>
                  <a:lnTo>
                    <a:pt x="450" y="46"/>
                  </a:lnTo>
                  <a:lnTo>
                    <a:pt x="524" y="30"/>
                  </a:lnTo>
                  <a:lnTo>
                    <a:pt x="602" y="18"/>
                  </a:lnTo>
                  <a:lnTo>
                    <a:pt x="686" y="8"/>
                  </a:lnTo>
                  <a:lnTo>
                    <a:pt x="770" y="2"/>
                  </a:lnTo>
                  <a:lnTo>
                    <a:pt x="858" y="0"/>
                  </a:lnTo>
                  <a:lnTo>
                    <a:pt x="858" y="0"/>
                  </a:lnTo>
                </a:path>
              </a:pathLst>
            </a:custGeom>
            <a:solidFill>
              <a:schemeClr val="accent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151" name="Line 104">
              <a:extLst>
                <a:ext uri="{FF2B5EF4-FFF2-40B4-BE49-F238E27FC236}">
                  <a16:creationId xmlns:a16="http://schemas.microsoft.com/office/drawing/2014/main" id="{077618EC-5BBF-47F3-9C26-76BAEAC7F285}"/>
                </a:ext>
              </a:extLst>
            </p:cNvPr>
            <p:cNvSpPr>
              <a:spLocks noChangeShapeType="1"/>
            </p:cNvSpPr>
            <p:nvPr/>
          </p:nvSpPr>
          <p:spPr bwMode="auto">
            <a:xfrm>
              <a:off x="8394700" y="4849813"/>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152" name="Freeform 106">
              <a:extLst>
                <a:ext uri="{FF2B5EF4-FFF2-40B4-BE49-F238E27FC236}">
                  <a16:creationId xmlns:a16="http://schemas.microsoft.com/office/drawing/2014/main" id="{2320FFBE-4249-469A-A6C7-E5E25C965D0B}"/>
                </a:ext>
              </a:extLst>
            </p:cNvPr>
            <p:cNvSpPr>
              <a:spLocks/>
            </p:cNvSpPr>
            <p:nvPr/>
          </p:nvSpPr>
          <p:spPr bwMode="auto">
            <a:xfrm>
              <a:off x="6153150" y="5418138"/>
              <a:ext cx="441325" cy="720725"/>
            </a:xfrm>
            <a:custGeom>
              <a:avLst/>
              <a:gdLst>
                <a:gd name="T0" fmla="*/ 126 w 278"/>
                <a:gd name="T1" fmla="*/ 0 h 454"/>
                <a:gd name="T2" fmla="*/ 50 w 278"/>
                <a:gd name="T3" fmla="*/ 0 h 454"/>
                <a:gd name="T4" fmla="*/ 50 w 278"/>
                <a:gd name="T5" fmla="*/ 0 h 454"/>
                <a:gd name="T6" fmla="*/ 48 w 278"/>
                <a:gd name="T7" fmla="*/ 100 h 454"/>
                <a:gd name="T8" fmla="*/ 42 w 278"/>
                <a:gd name="T9" fmla="*/ 186 h 454"/>
                <a:gd name="T10" fmla="*/ 34 w 278"/>
                <a:gd name="T11" fmla="*/ 256 h 454"/>
                <a:gd name="T12" fmla="*/ 24 w 278"/>
                <a:gd name="T13" fmla="*/ 310 h 454"/>
                <a:gd name="T14" fmla="*/ 16 w 278"/>
                <a:gd name="T15" fmla="*/ 352 h 454"/>
                <a:gd name="T16" fmla="*/ 8 w 278"/>
                <a:gd name="T17" fmla="*/ 382 h 454"/>
                <a:gd name="T18" fmla="*/ 0 w 278"/>
                <a:gd name="T19" fmla="*/ 404 h 454"/>
                <a:gd name="T20" fmla="*/ 278 w 278"/>
                <a:gd name="T21" fmla="*/ 454 h 454"/>
                <a:gd name="T22" fmla="*/ 278 w 278"/>
                <a:gd name="T23" fmla="*/ 454 h 454"/>
                <a:gd name="T24" fmla="*/ 272 w 278"/>
                <a:gd name="T25" fmla="*/ 446 h 454"/>
                <a:gd name="T26" fmla="*/ 254 w 278"/>
                <a:gd name="T27" fmla="*/ 420 h 454"/>
                <a:gd name="T28" fmla="*/ 230 w 278"/>
                <a:gd name="T29" fmla="*/ 380 h 454"/>
                <a:gd name="T30" fmla="*/ 216 w 278"/>
                <a:gd name="T31" fmla="*/ 356 h 454"/>
                <a:gd name="T32" fmla="*/ 202 w 278"/>
                <a:gd name="T33" fmla="*/ 326 h 454"/>
                <a:gd name="T34" fmla="*/ 188 w 278"/>
                <a:gd name="T35" fmla="*/ 294 h 454"/>
                <a:gd name="T36" fmla="*/ 174 w 278"/>
                <a:gd name="T37" fmla="*/ 260 h 454"/>
                <a:gd name="T38" fmla="*/ 162 w 278"/>
                <a:gd name="T39" fmla="*/ 222 h 454"/>
                <a:gd name="T40" fmla="*/ 150 w 278"/>
                <a:gd name="T41" fmla="*/ 182 h 454"/>
                <a:gd name="T42" fmla="*/ 140 w 278"/>
                <a:gd name="T43" fmla="*/ 140 h 454"/>
                <a:gd name="T44" fmla="*/ 132 w 278"/>
                <a:gd name="T45" fmla="*/ 96 h 454"/>
                <a:gd name="T46" fmla="*/ 128 w 278"/>
                <a:gd name="T47" fmla="*/ 50 h 454"/>
                <a:gd name="T48" fmla="*/ 126 w 278"/>
                <a:gd name="T49" fmla="*/ 0 h 454"/>
                <a:gd name="T50" fmla="*/ 126 w 278"/>
                <a:gd name="T51" fmla="*/ 0 h 4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78" h="454">
                  <a:moveTo>
                    <a:pt x="126" y="0"/>
                  </a:moveTo>
                  <a:lnTo>
                    <a:pt x="50" y="0"/>
                  </a:lnTo>
                  <a:lnTo>
                    <a:pt x="50" y="0"/>
                  </a:lnTo>
                  <a:lnTo>
                    <a:pt x="48" y="100"/>
                  </a:lnTo>
                  <a:lnTo>
                    <a:pt x="42" y="186"/>
                  </a:lnTo>
                  <a:lnTo>
                    <a:pt x="34" y="256"/>
                  </a:lnTo>
                  <a:lnTo>
                    <a:pt x="24" y="310"/>
                  </a:lnTo>
                  <a:lnTo>
                    <a:pt x="16" y="352"/>
                  </a:lnTo>
                  <a:lnTo>
                    <a:pt x="8" y="382"/>
                  </a:lnTo>
                  <a:lnTo>
                    <a:pt x="0" y="404"/>
                  </a:lnTo>
                  <a:lnTo>
                    <a:pt x="278" y="454"/>
                  </a:lnTo>
                  <a:lnTo>
                    <a:pt x="278" y="454"/>
                  </a:lnTo>
                  <a:lnTo>
                    <a:pt x="272" y="446"/>
                  </a:lnTo>
                  <a:lnTo>
                    <a:pt x="254" y="420"/>
                  </a:lnTo>
                  <a:lnTo>
                    <a:pt x="230" y="380"/>
                  </a:lnTo>
                  <a:lnTo>
                    <a:pt x="216" y="356"/>
                  </a:lnTo>
                  <a:lnTo>
                    <a:pt x="202" y="326"/>
                  </a:lnTo>
                  <a:lnTo>
                    <a:pt x="188" y="294"/>
                  </a:lnTo>
                  <a:lnTo>
                    <a:pt x="174" y="260"/>
                  </a:lnTo>
                  <a:lnTo>
                    <a:pt x="162" y="222"/>
                  </a:lnTo>
                  <a:lnTo>
                    <a:pt x="150" y="182"/>
                  </a:lnTo>
                  <a:lnTo>
                    <a:pt x="140" y="140"/>
                  </a:lnTo>
                  <a:lnTo>
                    <a:pt x="132" y="96"/>
                  </a:lnTo>
                  <a:lnTo>
                    <a:pt x="128" y="50"/>
                  </a:lnTo>
                  <a:lnTo>
                    <a:pt x="126" y="0"/>
                  </a:lnTo>
                  <a:lnTo>
                    <a:pt x="126"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153" name="Rectangle 107">
              <a:extLst>
                <a:ext uri="{FF2B5EF4-FFF2-40B4-BE49-F238E27FC236}">
                  <a16:creationId xmlns:a16="http://schemas.microsoft.com/office/drawing/2014/main" id="{A29E40DD-F3EE-478B-A28E-5EDCDCB2C823}"/>
                </a:ext>
              </a:extLst>
            </p:cNvPr>
            <p:cNvSpPr>
              <a:spLocks noChangeArrowheads="1"/>
            </p:cNvSpPr>
            <p:nvPr/>
          </p:nvSpPr>
          <p:spPr bwMode="auto">
            <a:xfrm>
              <a:off x="6232525" y="4418013"/>
              <a:ext cx="120650" cy="920750"/>
            </a:xfrm>
            <a:prstGeom prst="rect">
              <a:avLst/>
            </a:prstGeom>
            <a:solidFill>
              <a:schemeClr val="accent2">
                <a:lumMod val="20000"/>
                <a:lumOff val="80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154" name="Freeform 108">
              <a:extLst>
                <a:ext uri="{FF2B5EF4-FFF2-40B4-BE49-F238E27FC236}">
                  <a16:creationId xmlns:a16="http://schemas.microsoft.com/office/drawing/2014/main" id="{BA06BCE4-FB21-4CB4-9AD3-124CB0113E70}"/>
                </a:ext>
              </a:extLst>
            </p:cNvPr>
            <p:cNvSpPr>
              <a:spLocks/>
            </p:cNvSpPr>
            <p:nvPr/>
          </p:nvSpPr>
          <p:spPr bwMode="auto">
            <a:xfrm>
              <a:off x="6153150" y="5418138"/>
              <a:ext cx="441325" cy="720725"/>
            </a:xfrm>
            <a:custGeom>
              <a:avLst/>
              <a:gdLst>
                <a:gd name="T0" fmla="*/ 126 w 278"/>
                <a:gd name="T1" fmla="*/ 0 h 454"/>
                <a:gd name="T2" fmla="*/ 50 w 278"/>
                <a:gd name="T3" fmla="*/ 0 h 454"/>
                <a:gd name="T4" fmla="*/ 50 w 278"/>
                <a:gd name="T5" fmla="*/ 0 h 454"/>
                <a:gd name="T6" fmla="*/ 48 w 278"/>
                <a:gd name="T7" fmla="*/ 100 h 454"/>
                <a:gd name="T8" fmla="*/ 42 w 278"/>
                <a:gd name="T9" fmla="*/ 186 h 454"/>
                <a:gd name="T10" fmla="*/ 34 w 278"/>
                <a:gd name="T11" fmla="*/ 256 h 454"/>
                <a:gd name="T12" fmla="*/ 24 w 278"/>
                <a:gd name="T13" fmla="*/ 310 h 454"/>
                <a:gd name="T14" fmla="*/ 16 w 278"/>
                <a:gd name="T15" fmla="*/ 352 h 454"/>
                <a:gd name="T16" fmla="*/ 8 w 278"/>
                <a:gd name="T17" fmla="*/ 382 h 454"/>
                <a:gd name="T18" fmla="*/ 0 w 278"/>
                <a:gd name="T19" fmla="*/ 404 h 454"/>
                <a:gd name="T20" fmla="*/ 278 w 278"/>
                <a:gd name="T21" fmla="*/ 454 h 454"/>
                <a:gd name="T22" fmla="*/ 278 w 278"/>
                <a:gd name="T23" fmla="*/ 454 h 454"/>
                <a:gd name="T24" fmla="*/ 272 w 278"/>
                <a:gd name="T25" fmla="*/ 446 h 454"/>
                <a:gd name="T26" fmla="*/ 254 w 278"/>
                <a:gd name="T27" fmla="*/ 420 h 454"/>
                <a:gd name="T28" fmla="*/ 230 w 278"/>
                <a:gd name="T29" fmla="*/ 380 h 454"/>
                <a:gd name="T30" fmla="*/ 216 w 278"/>
                <a:gd name="T31" fmla="*/ 356 h 454"/>
                <a:gd name="T32" fmla="*/ 202 w 278"/>
                <a:gd name="T33" fmla="*/ 326 h 454"/>
                <a:gd name="T34" fmla="*/ 188 w 278"/>
                <a:gd name="T35" fmla="*/ 294 h 454"/>
                <a:gd name="T36" fmla="*/ 174 w 278"/>
                <a:gd name="T37" fmla="*/ 260 h 454"/>
                <a:gd name="T38" fmla="*/ 162 w 278"/>
                <a:gd name="T39" fmla="*/ 222 h 454"/>
                <a:gd name="T40" fmla="*/ 150 w 278"/>
                <a:gd name="T41" fmla="*/ 182 h 454"/>
                <a:gd name="T42" fmla="*/ 140 w 278"/>
                <a:gd name="T43" fmla="*/ 140 h 454"/>
                <a:gd name="T44" fmla="*/ 132 w 278"/>
                <a:gd name="T45" fmla="*/ 96 h 454"/>
                <a:gd name="T46" fmla="*/ 128 w 278"/>
                <a:gd name="T47" fmla="*/ 50 h 454"/>
                <a:gd name="T48" fmla="*/ 126 w 278"/>
                <a:gd name="T49" fmla="*/ 0 h 454"/>
                <a:gd name="T50" fmla="*/ 126 w 278"/>
                <a:gd name="T51" fmla="*/ 0 h 4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78" h="454">
                  <a:moveTo>
                    <a:pt x="126" y="0"/>
                  </a:moveTo>
                  <a:lnTo>
                    <a:pt x="50" y="0"/>
                  </a:lnTo>
                  <a:lnTo>
                    <a:pt x="50" y="0"/>
                  </a:lnTo>
                  <a:lnTo>
                    <a:pt x="48" y="100"/>
                  </a:lnTo>
                  <a:lnTo>
                    <a:pt x="42" y="186"/>
                  </a:lnTo>
                  <a:lnTo>
                    <a:pt x="34" y="256"/>
                  </a:lnTo>
                  <a:lnTo>
                    <a:pt x="24" y="310"/>
                  </a:lnTo>
                  <a:lnTo>
                    <a:pt x="16" y="352"/>
                  </a:lnTo>
                  <a:lnTo>
                    <a:pt x="8" y="382"/>
                  </a:lnTo>
                  <a:lnTo>
                    <a:pt x="0" y="404"/>
                  </a:lnTo>
                  <a:lnTo>
                    <a:pt x="278" y="454"/>
                  </a:lnTo>
                  <a:lnTo>
                    <a:pt x="278" y="454"/>
                  </a:lnTo>
                  <a:lnTo>
                    <a:pt x="272" y="446"/>
                  </a:lnTo>
                  <a:lnTo>
                    <a:pt x="254" y="420"/>
                  </a:lnTo>
                  <a:lnTo>
                    <a:pt x="230" y="380"/>
                  </a:lnTo>
                  <a:lnTo>
                    <a:pt x="216" y="356"/>
                  </a:lnTo>
                  <a:lnTo>
                    <a:pt x="202" y="326"/>
                  </a:lnTo>
                  <a:lnTo>
                    <a:pt x="188" y="294"/>
                  </a:lnTo>
                  <a:lnTo>
                    <a:pt x="174" y="260"/>
                  </a:lnTo>
                  <a:lnTo>
                    <a:pt x="162" y="222"/>
                  </a:lnTo>
                  <a:lnTo>
                    <a:pt x="150" y="182"/>
                  </a:lnTo>
                  <a:lnTo>
                    <a:pt x="140" y="140"/>
                  </a:lnTo>
                  <a:lnTo>
                    <a:pt x="132" y="96"/>
                  </a:lnTo>
                  <a:lnTo>
                    <a:pt x="128" y="50"/>
                  </a:lnTo>
                  <a:lnTo>
                    <a:pt x="126" y="0"/>
                  </a:lnTo>
                  <a:lnTo>
                    <a:pt x="126" y="0"/>
                  </a:lnTo>
                </a:path>
              </a:pathLst>
            </a:custGeom>
            <a:solidFill>
              <a:schemeClr val="accent2">
                <a:lumMod val="20000"/>
                <a:lumOff val="80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155" name="Rectangle 109">
              <a:extLst>
                <a:ext uri="{FF2B5EF4-FFF2-40B4-BE49-F238E27FC236}">
                  <a16:creationId xmlns:a16="http://schemas.microsoft.com/office/drawing/2014/main" id="{CF28FD96-C3FF-4D78-B480-2898D88A34F5}"/>
                </a:ext>
              </a:extLst>
            </p:cNvPr>
            <p:cNvSpPr>
              <a:spLocks noChangeArrowheads="1"/>
            </p:cNvSpPr>
            <p:nvPr/>
          </p:nvSpPr>
          <p:spPr bwMode="auto">
            <a:xfrm>
              <a:off x="6232525" y="4418013"/>
              <a:ext cx="1206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156" name="Line 110">
              <a:extLst>
                <a:ext uri="{FF2B5EF4-FFF2-40B4-BE49-F238E27FC236}">
                  <a16:creationId xmlns:a16="http://schemas.microsoft.com/office/drawing/2014/main" id="{75BC02D8-AD59-4857-9FA1-D02F62CC276D}"/>
                </a:ext>
              </a:extLst>
            </p:cNvPr>
            <p:cNvSpPr>
              <a:spLocks noChangeShapeType="1"/>
            </p:cNvSpPr>
            <p:nvPr/>
          </p:nvSpPr>
          <p:spPr bwMode="auto">
            <a:xfrm>
              <a:off x="6353175" y="4418013"/>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157" name="Freeform 111">
              <a:extLst>
                <a:ext uri="{FF2B5EF4-FFF2-40B4-BE49-F238E27FC236}">
                  <a16:creationId xmlns:a16="http://schemas.microsoft.com/office/drawing/2014/main" id="{DD6B8551-A1B9-4D4F-B1D4-98C98B208A9D}"/>
                </a:ext>
              </a:extLst>
            </p:cNvPr>
            <p:cNvSpPr>
              <a:spLocks noEditPoints="1"/>
            </p:cNvSpPr>
            <p:nvPr/>
          </p:nvSpPr>
          <p:spPr bwMode="auto">
            <a:xfrm>
              <a:off x="7032625" y="4017963"/>
              <a:ext cx="2720975" cy="1441450"/>
            </a:xfrm>
            <a:custGeom>
              <a:avLst/>
              <a:gdLst>
                <a:gd name="T0" fmla="*/ 1640 w 1714"/>
                <a:gd name="T1" fmla="*/ 326 h 908"/>
                <a:gd name="T2" fmla="*/ 1636 w 1714"/>
                <a:gd name="T3" fmla="*/ 292 h 908"/>
                <a:gd name="T4" fmla="*/ 1624 w 1714"/>
                <a:gd name="T5" fmla="*/ 260 h 908"/>
                <a:gd name="T6" fmla="*/ 1604 w 1714"/>
                <a:gd name="T7" fmla="*/ 228 h 908"/>
                <a:gd name="T8" fmla="*/ 1578 w 1714"/>
                <a:gd name="T9" fmla="*/ 200 h 908"/>
                <a:gd name="T10" fmla="*/ 1546 w 1714"/>
                <a:gd name="T11" fmla="*/ 170 h 908"/>
                <a:gd name="T12" fmla="*/ 1506 w 1714"/>
                <a:gd name="T13" fmla="*/ 144 h 908"/>
                <a:gd name="T14" fmla="*/ 1412 w 1714"/>
                <a:gd name="T15" fmla="*/ 96 h 908"/>
                <a:gd name="T16" fmla="*/ 1296 w 1714"/>
                <a:gd name="T17" fmla="*/ 56 h 908"/>
                <a:gd name="T18" fmla="*/ 1164 w 1714"/>
                <a:gd name="T19" fmla="*/ 26 h 908"/>
                <a:gd name="T20" fmla="*/ 1018 w 1714"/>
                <a:gd name="T21" fmla="*/ 6 h 908"/>
                <a:gd name="T22" fmla="*/ 860 w 1714"/>
                <a:gd name="T23" fmla="*/ 0 h 908"/>
                <a:gd name="T24" fmla="*/ 782 w 1714"/>
                <a:gd name="T25" fmla="*/ 2 h 908"/>
                <a:gd name="T26" fmla="*/ 630 w 1714"/>
                <a:gd name="T27" fmla="*/ 14 h 908"/>
                <a:gd name="T28" fmla="*/ 490 w 1714"/>
                <a:gd name="T29" fmla="*/ 38 h 908"/>
                <a:gd name="T30" fmla="*/ 366 w 1714"/>
                <a:gd name="T31" fmla="*/ 74 h 908"/>
                <a:gd name="T32" fmla="*/ 262 w 1714"/>
                <a:gd name="T33" fmla="*/ 118 h 908"/>
                <a:gd name="T34" fmla="*/ 178 w 1714"/>
                <a:gd name="T35" fmla="*/ 168 h 908"/>
                <a:gd name="T36" fmla="*/ 144 w 1714"/>
                <a:gd name="T37" fmla="*/ 196 h 908"/>
                <a:gd name="T38" fmla="*/ 118 w 1714"/>
                <a:gd name="T39" fmla="*/ 226 h 908"/>
                <a:gd name="T40" fmla="*/ 98 w 1714"/>
                <a:gd name="T41" fmla="*/ 258 h 908"/>
                <a:gd name="T42" fmla="*/ 86 w 1714"/>
                <a:gd name="T43" fmla="*/ 290 h 908"/>
                <a:gd name="T44" fmla="*/ 82 w 1714"/>
                <a:gd name="T45" fmla="*/ 322 h 908"/>
                <a:gd name="T46" fmla="*/ 40 w 1714"/>
                <a:gd name="T47" fmla="*/ 616 h 908"/>
                <a:gd name="T48" fmla="*/ 0 w 1714"/>
                <a:gd name="T49" fmla="*/ 908 h 908"/>
                <a:gd name="T50" fmla="*/ 2 w 1714"/>
                <a:gd name="T51" fmla="*/ 892 h 908"/>
                <a:gd name="T52" fmla="*/ 10 w 1714"/>
                <a:gd name="T53" fmla="*/ 858 h 908"/>
                <a:gd name="T54" fmla="*/ 26 w 1714"/>
                <a:gd name="T55" fmla="*/ 826 h 908"/>
                <a:gd name="T56" fmla="*/ 50 w 1714"/>
                <a:gd name="T57" fmla="*/ 792 h 908"/>
                <a:gd name="T58" fmla="*/ 82 w 1714"/>
                <a:gd name="T59" fmla="*/ 760 h 908"/>
                <a:gd name="T60" fmla="*/ 120 w 1714"/>
                <a:gd name="T61" fmla="*/ 728 h 908"/>
                <a:gd name="T62" fmla="*/ 190 w 1714"/>
                <a:gd name="T63" fmla="*/ 682 h 908"/>
                <a:gd name="T64" fmla="*/ 304 w 1714"/>
                <a:gd name="T65" fmla="*/ 626 h 908"/>
                <a:gd name="T66" fmla="*/ 440 w 1714"/>
                <a:gd name="T67" fmla="*/ 580 h 908"/>
                <a:gd name="T68" fmla="*/ 596 w 1714"/>
                <a:gd name="T69" fmla="*/ 548 h 908"/>
                <a:gd name="T70" fmla="*/ 768 w 1714"/>
                <a:gd name="T71" fmla="*/ 530 h 908"/>
                <a:gd name="T72" fmla="*/ 860 w 1714"/>
                <a:gd name="T73" fmla="*/ 526 h 908"/>
                <a:gd name="T74" fmla="*/ 904 w 1714"/>
                <a:gd name="T75" fmla="*/ 528 h 908"/>
                <a:gd name="T76" fmla="*/ 988 w 1714"/>
                <a:gd name="T77" fmla="*/ 532 h 908"/>
                <a:gd name="T78" fmla="*/ 1108 w 1714"/>
                <a:gd name="T79" fmla="*/ 548 h 908"/>
                <a:gd name="T80" fmla="*/ 1256 w 1714"/>
                <a:gd name="T81" fmla="*/ 582 h 908"/>
                <a:gd name="T82" fmla="*/ 1386 w 1714"/>
                <a:gd name="T83" fmla="*/ 628 h 908"/>
                <a:gd name="T84" fmla="*/ 1498 w 1714"/>
                <a:gd name="T85" fmla="*/ 684 h 908"/>
                <a:gd name="T86" fmla="*/ 1590 w 1714"/>
                <a:gd name="T87" fmla="*/ 746 h 908"/>
                <a:gd name="T88" fmla="*/ 1658 w 1714"/>
                <a:gd name="T89" fmla="*/ 810 h 908"/>
                <a:gd name="T90" fmla="*/ 1684 w 1714"/>
                <a:gd name="T91" fmla="*/ 842 h 908"/>
                <a:gd name="T92" fmla="*/ 1702 w 1714"/>
                <a:gd name="T93" fmla="*/ 874 h 908"/>
                <a:gd name="T94" fmla="*/ 1714 w 1714"/>
                <a:gd name="T95" fmla="*/ 906 h 908"/>
                <a:gd name="T96" fmla="*/ 1640 w 1714"/>
                <a:gd name="T97" fmla="*/ 326 h 908"/>
                <a:gd name="T98" fmla="*/ 1640 w 1714"/>
                <a:gd name="T99" fmla="*/ 326 h 9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714" h="908">
                  <a:moveTo>
                    <a:pt x="1640" y="326"/>
                  </a:moveTo>
                  <a:lnTo>
                    <a:pt x="1640" y="326"/>
                  </a:lnTo>
                  <a:lnTo>
                    <a:pt x="1638" y="308"/>
                  </a:lnTo>
                  <a:lnTo>
                    <a:pt x="1636" y="292"/>
                  </a:lnTo>
                  <a:lnTo>
                    <a:pt x="1630" y="276"/>
                  </a:lnTo>
                  <a:lnTo>
                    <a:pt x="1624" y="260"/>
                  </a:lnTo>
                  <a:lnTo>
                    <a:pt x="1614" y="244"/>
                  </a:lnTo>
                  <a:lnTo>
                    <a:pt x="1604" y="228"/>
                  </a:lnTo>
                  <a:lnTo>
                    <a:pt x="1592" y="214"/>
                  </a:lnTo>
                  <a:lnTo>
                    <a:pt x="1578" y="200"/>
                  </a:lnTo>
                  <a:lnTo>
                    <a:pt x="1562" y="184"/>
                  </a:lnTo>
                  <a:lnTo>
                    <a:pt x="1546" y="170"/>
                  </a:lnTo>
                  <a:lnTo>
                    <a:pt x="1526" y="156"/>
                  </a:lnTo>
                  <a:lnTo>
                    <a:pt x="1506" y="144"/>
                  </a:lnTo>
                  <a:lnTo>
                    <a:pt x="1462" y="118"/>
                  </a:lnTo>
                  <a:lnTo>
                    <a:pt x="1412" y="96"/>
                  </a:lnTo>
                  <a:lnTo>
                    <a:pt x="1356" y="74"/>
                  </a:lnTo>
                  <a:lnTo>
                    <a:pt x="1296" y="56"/>
                  </a:lnTo>
                  <a:lnTo>
                    <a:pt x="1232" y="40"/>
                  </a:lnTo>
                  <a:lnTo>
                    <a:pt x="1164" y="26"/>
                  </a:lnTo>
                  <a:lnTo>
                    <a:pt x="1092" y="14"/>
                  </a:lnTo>
                  <a:lnTo>
                    <a:pt x="1018" y="6"/>
                  </a:lnTo>
                  <a:lnTo>
                    <a:pt x="940" y="2"/>
                  </a:lnTo>
                  <a:lnTo>
                    <a:pt x="860" y="0"/>
                  </a:lnTo>
                  <a:lnTo>
                    <a:pt x="860" y="0"/>
                  </a:lnTo>
                  <a:lnTo>
                    <a:pt x="782" y="2"/>
                  </a:lnTo>
                  <a:lnTo>
                    <a:pt x="704" y="6"/>
                  </a:lnTo>
                  <a:lnTo>
                    <a:pt x="630" y="14"/>
                  </a:lnTo>
                  <a:lnTo>
                    <a:pt x="558" y="26"/>
                  </a:lnTo>
                  <a:lnTo>
                    <a:pt x="490" y="38"/>
                  </a:lnTo>
                  <a:lnTo>
                    <a:pt x="426" y="56"/>
                  </a:lnTo>
                  <a:lnTo>
                    <a:pt x="366" y="74"/>
                  </a:lnTo>
                  <a:lnTo>
                    <a:pt x="312" y="94"/>
                  </a:lnTo>
                  <a:lnTo>
                    <a:pt x="262" y="118"/>
                  </a:lnTo>
                  <a:lnTo>
                    <a:pt x="216" y="142"/>
                  </a:lnTo>
                  <a:lnTo>
                    <a:pt x="178" y="168"/>
                  </a:lnTo>
                  <a:lnTo>
                    <a:pt x="160" y="182"/>
                  </a:lnTo>
                  <a:lnTo>
                    <a:pt x="144" y="196"/>
                  </a:lnTo>
                  <a:lnTo>
                    <a:pt x="130" y="212"/>
                  </a:lnTo>
                  <a:lnTo>
                    <a:pt x="118" y="226"/>
                  </a:lnTo>
                  <a:lnTo>
                    <a:pt x="108" y="242"/>
                  </a:lnTo>
                  <a:lnTo>
                    <a:pt x="98" y="258"/>
                  </a:lnTo>
                  <a:lnTo>
                    <a:pt x="92" y="274"/>
                  </a:lnTo>
                  <a:lnTo>
                    <a:pt x="86" y="290"/>
                  </a:lnTo>
                  <a:lnTo>
                    <a:pt x="82" y="306"/>
                  </a:lnTo>
                  <a:lnTo>
                    <a:pt x="82" y="322"/>
                  </a:lnTo>
                  <a:lnTo>
                    <a:pt x="82" y="322"/>
                  </a:lnTo>
                  <a:lnTo>
                    <a:pt x="40" y="616"/>
                  </a:lnTo>
                  <a:lnTo>
                    <a:pt x="12" y="816"/>
                  </a:lnTo>
                  <a:lnTo>
                    <a:pt x="0" y="908"/>
                  </a:lnTo>
                  <a:lnTo>
                    <a:pt x="0" y="908"/>
                  </a:lnTo>
                  <a:lnTo>
                    <a:pt x="2" y="892"/>
                  </a:lnTo>
                  <a:lnTo>
                    <a:pt x="6" y="876"/>
                  </a:lnTo>
                  <a:lnTo>
                    <a:pt x="10" y="858"/>
                  </a:lnTo>
                  <a:lnTo>
                    <a:pt x="18" y="842"/>
                  </a:lnTo>
                  <a:lnTo>
                    <a:pt x="26" y="826"/>
                  </a:lnTo>
                  <a:lnTo>
                    <a:pt x="38" y="808"/>
                  </a:lnTo>
                  <a:lnTo>
                    <a:pt x="50" y="792"/>
                  </a:lnTo>
                  <a:lnTo>
                    <a:pt x="66" y="776"/>
                  </a:lnTo>
                  <a:lnTo>
                    <a:pt x="82" y="760"/>
                  </a:lnTo>
                  <a:lnTo>
                    <a:pt x="100" y="744"/>
                  </a:lnTo>
                  <a:lnTo>
                    <a:pt x="120" y="728"/>
                  </a:lnTo>
                  <a:lnTo>
                    <a:pt x="142" y="712"/>
                  </a:lnTo>
                  <a:lnTo>
                    <a:pt x="190" y="682"/>
                  </a:lnTo>
                  <a:lnTo>
                    <a:pt x="244" y="652"/>
                  </a:lnTo>
                  <a:lnTo>
                    <a:pt x="304" y="626"/>
                  </a:lnTo>
                  <a:lnTo>
                    <a:pt x="370" y="602"/>
                  </a:lnTo>
                  <a:lnTo>
                    <a:pt x="440" y="580"/>
                  </a:lnTo>
                  <a:lnTo>
                    <a:pt x="516" y="562"/>
                  </a:lnTo>
                  <a:lnTo>
                    <a:pt x="596" y="548"/>
                  </a:lnTo>
                  <a:lnTo>
                    <a:pt x="680" y="536"/>
                  </a:lnTo>
                  <a:lnTo>
                    <a:pt x="768" y="530"/>
                  </a:lnTo>
                  <a:lnTo>
                    <a:pt x="814" y="528"/>
                  </a:lnTo>
                  <a:lnTo>
                    <a:pt x="860" y="526"/>
                  </a:lnTo>
                  <a:lnTo>
                    <a:pt x="860" y="526"/>
                  </a:lnTo>
                  <a:lnTo>
                    <a:pt x="904" y="528"/>
                  </a:lnTo>
                  <a:lnTo>
                    <a:pt x="946" y="530"/>
                  </a:lnTo>
                  <a:lnTo>
                    <a:pt x="988" y="532"/>
                  </a:lnTo>
                  <a:lnTo>
                    <a:pt x="1028" y="536"/>
                  </a:lnTo>
                  <a:lnTo>
                    <a:pt x="1108" y="548"/>
                  </a:lnTo>
                  <a:lnTo>
                    <a:pt x="1184" y="564"/>
                  </a:lnTo>
                  <a:lnTo>
                    <a:pt x="1256" y="582"/>
                  </a:lnTo>
                  <a:lnTo>
                    <a:pt x="1322" y="604"/>
                  </a:lnTo>
                  <a:lnTo>
                    <a:pt x="1386" y="628"/>
                  </a:lnTo>
                  <a:lnTo>
                    <a:pt x="1444" y="656"/>
                  </a:lnTo>
                  <a:lnTo>
                    <a:pt x="1498" y="684"/>
                  </a:lnTo>
                  <a:lnTo>
                    <a:pt x="1546" y="714"/>
                  </a:lnTo>
                  <a:lnTo>
                    <a:pt x="1590" y="746"/>
                  </a:lnTo>
                  <a:lnTo>
                    <a:pt x="1628" y="778"/>
                  </a:lnTo>
                  <a:lnTo>
                    <a:pt x="1658" y="810"/>
                  </a:lnTo>
                  <a:lnTo>
                    <a:pt x="1672" y="826"/>
                  </a:lnTo>
                  <a:lnTo>
                    <a:pt x="1684" y="842"/>
                  </a:lnTo>
                  <a:lnTo>
                    <a:pt x="1694" y="858"/>
                  </a:lnTo>
                  <a:lnTo>
                    <a:pt x="1702" y="874"/>
                  </a:lnTo>
                  <a:lnTo>
                    <a:pt x="1710" y="890"/>
                  </a:lnTo>
                  <a:lnTo>
                    <a:pt x="1714" y="906"/>
                  </a:lnTo>
                  <a:lnTo>
                    <a:pt x="1640" y="326"/>
                  </a:lnTo>
                  <a:lnTo>
                    <a:pt x="1640" y="326"/>
                  </a:lnTo>
                  <a:close/>
                  <a:moveTo>
                    <a:pt x="1640" y="326"/>
                  </a:moveTo>
                  <a:lnTo>
                    <a:pt x="1640" y="326"/>
                  </a:lnTo>
                  <a:close/>
                </a:path>
              </a:pathLst>
            </a:custGeom>
            <a:solidFill>
              <a:schemeClr val="accent2">
                <a:lumMod val="20000"/>
                <a:lumOff val="80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158" name="Freeform 112">
              <a:extLst>
                <a:ext uri="{FF2B5EF4-FFF2-40B4-BE49-F238E27FC236}">
                  <a16:creationId xmlns:a16="http://schemas.microsoft.com/office/drawing/2014/main" id="{75E41C47-4D83-4F16-86CD-A86302E3F6D9}"/>
                </a:ext>
              </a:extLst>
            </p:cNvPr>
            <p:cNvSpPr>
              <a:spLocks/>
            </p:cNvSpPr>
            <p:nvPr/>
          </p:nvSpPr>
          <p:spPr bwMode="auto">
            <a:xfrm>
              <a:off x="7032625" y="4017963"/>
              <a:ext cx="2720975" cy="1441450"/>
            </a:xfrm>
            <a:custGeom>
              <a:avLst/>
              <a:gdLst>
                <a:gd name="T0" fmla="*/ 1640 w 1714"/>
                <a:gd name="T1" fmla="*/ 326 h 908"/>
                <a:gd name="T2" fmla="*/ 1636 w 1714"/>
                <a:gd name="T3" fmla="*/ 292 h 908"/>
                <a:gd name="T4" fmla="*/ 1624 w 1714"/>
                <a:gd name="T5" fmla="*/ 260 h 908"/>
                <a:gd name="T6" fmla="*/ 1604 w 1714"/>
                <a:gd name="T7" fmla="*/ 228 h 908"/>
                <a:gd name="T8" fmla="*/ 1578 w 1714"/>
                <a:gd name="T9" fmla="*/ 200 h 908"/>
                <a:gd name="T10" fmla="*/ 1546 w 1714"/>
                <a:gd name="T11" fmla="*/ 170 h 908"/>
                <a:gd name="T12" fmla="*/ 1506 w 1714"/>
                <a:gd name="T13" fmla="*/ 144 h 908"/>
                <a:gd name="T14" fmla="*/ 1412 w 1714"/>
                <a:gd name="T15" fmla="*/ 96 h 908"/>
                <a:gd name="T16" fmla="*/ 1296 w 1714"/>
                <a:gd name="T17" fmla="*/ 56 h 908"/>
                <a:gd name="T18" fmla="*/ 1164 w 1714"/>
                <a:gd name="T19" fmla="*/ 26 h 908"/>
                <a:gd name="T20" fmla="*/ 1018 w 1714"/>
                <a:gd name="T21" fmla="*/ 6 h 908"/>
                <a:gd name="T22" fmla="*/ 860 w 1714"/>
                <a:gd name="T23" fmla="*/ 0 h 908"/>
                <a:gd name="T24" fmla="*/ 782 w 1714"/>
                <a:gd name="T25" fmla="*/ 2 h 908"/>
                <a:gd name="T26" fmla="*/ 630 w 1714"/>
                <a:gd name="T27" fmla="*/ 14 h 908"/>
                <a:gd name="T28" fmla="*/ 490 w 1714"/>
                <a:gd name="T29" fmla="*/ 38 h 908"/>
                <a:gd name="T30" fmla="*/ 366 w 1714"/>
                <a:gd name="T31" fmla="*/ 74 h 908"/>
                <a:gd name="T32" fmla="*/ 262 w 1714"/>
                <a:gd name="T33" fmla="*/ 118 h 908"/>
                <a:gd name="T34" fmla="*/ 178 w 1714"/>
                <a:gd name="T35" fmla="*/ 168 h 908"/>
                <a:gd name="T36" fmla="*/ 144 w 1714"/>
                <a:gd name="T37" fmla="*/ 196 h 908"/>
                <a:gd name="T38" fmla="*/ 118 w 1714"/>
                <a:gd name="T39" fmla="*/ 226 h 908"/>
                <a:gd name="T40" fmla="*/ 98 w 1714"/>
                <a:gd name="T41" fmla="*/ 258 h 908"/>
                <a:gd name="T42" fmla="*/ 86 w 1714"/>
                <a:gd name="T43" fmla="*/ 290 h 908"/>
                <a:gd name="T44" fmla="*/ 82 w 1714"/>
                <a:gd name="T45" fmla="*/ 322 h 908"/>
                <a:gd name="T46" fmla="*/ 40 w 1714"/>
                <a:gd name="T47" fmla="*/ 616 h 908"/>
                <a:gd name="T48" fmla="*/ 0 w 1714"/>
                <a:gd name="T49" fmla="*/ 908 h 908"/>
                <a:gd name="T50" fmla="*/ 2 w 1714"/>
                <a:gd name="T51" fmla="*/ 892 h 908"/>
                <a:gd name="T52" fmla="*/ 10 w 1714"/>
                <a:gd name="T53" fmla="*/ 858 h 908"/>
                <a:gd name="T54" fmla="*/ 26 w 1714"/>
                <a:gd name="T55" fmla="*/ 826 h 908"/>
                <a:gd name="T56" fmla="*/ 50 w 1714"/>
                <a:gd name="T57" fmla="*/ 792 h 908"/>
                <a:gd name="T58" fmla="*/ 82 w 1714"/>
                <a:gd name="T59" fmla="*/ 760 h 908"/>
                <a:gd name="T60" fmla="*/ 120 w 1714"/>
                <a:gd name="T61" fmla="*/ 728 h 908"/>
                <a:gd name="T62" fmla="*/ 190 w 1714"/>
                <a:gd name="T63" fmla="*/ 682 h 908"/>
                <a:gd name="T64" fmla="*/ 304 w 1714"/>
                <a:gd name="T65" fmla="*/ 626 h 908"/>
                <a:gd name="T66" fmla="*/ 440 w 1714"/>
                <a:gd name="T67" fmla="*/ 580 h 908"/>
                <a:gd name="T68" fmla="*/ 596 w 1714"/>
                <a:gd name="T69" fmla="*/ 548 h 908"/>
                <a:gd name="T70" fmla="*/ 768 w 1714"/>
                <a:gd name="T71" fmla="*/ 530 h 908"/>
                <a:gd name="T72" fmla="*/ 860 w 1714"/>
                <a:gd name="T73" fmla="*/ 526 h 908"/>
                <a:gd name="T74" fmla="*/ 904 w 1714"/>
                <a:gd name="T75" fmla="*/ 528 h 908"/>
                <a:gd name="T76" fmla="*/ 988 w 1714"/>
                <a:gd name="T77" fmla="*/ 532 h 908"/>
                <a:gd name="T78" fmla="*/ 1108 w 1714"/>
                <a:gd name="T79" fmla="*/ 548 h 908"/>
                <a:gd name="T80" fmla="*/ 1256 w 1714"/>
                <a:gd name="T81" fmla="*/ 582 h 908"/>
                <a:gd name="T82" fmla="*/ 1386 w 1714"/>
                <a:gd name="T83" fmla="*/ 628 h 908"/>
                <a:gd name="T84" fmla="*/ 1498 w 1714"/>
                <a:gd name="T85" fmla="*/ 684 h 908"/>
                <a:gd name="T86" fmla="*/ 1590 w 1714"/>
                <a:gd name="T87" fmla="*/ 746 h 908"/>
                <a:gd name="T88" fmla="*/ 1658 w 1714"/>
                <a:gd name="T89" fmla="*/ 810 h 908"/>
                <a:gd name="T90" fmla="*/ 1684 w 1714"/>
                <a:gd name="T91" fmla="*/ 842 h 908"/>
                <a:gd name="T92" fmla="*/ 1702 w 1714"/>
                <a:gd name="T93" fmla="*/ 874 h 908"/>
                <a:gd name="T94" fmla="*/ 1714 w 1714"/>
                <a:gd name="T95" fmla="*/ 906 h 908"/>
                <a:gd name="T96" fmla="*/ 1640 w 1714"/>
                <a:gd name="T97" fmla="*/ 326 h 9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714" h="908">
                  <a:moveTo>
                    <a:pt x="1640" y="326"/>
                  </a:moveTo>
                  <a:lnTo>
                    <a:pt x="1640" y="326"/>
                  </a:lnTo>
                  <a:lnTo>
                    <a:pt x="1638" y="308"/>
                  </a:lnTo>
                  <a:lnTo>
                    <a:pt x="1636" y="292"/>
                  </a:lnTo>
                  <a:lnTo>
                    <a:pt x="1630" y="276"/>
                  </a:lnTo>
                  <a:lnTo>
                    <a:pt x="1624" y="260"/>
                  </a:lnTo>
                  <a:lnTo>
                    <a:pt x="1614" y="244"/>
                  </a:lnTo>
                  <a:lnTo>
                    <a:pt x="1604" y="228"/>
                  </a:lnTo>
                  <a:lnTo>
                    <a:pt x="1592" y="214"/>
                  </a:lnTo>
                  <a:lnTo>
                    <a:pt x="1578" y="200"/>
                  </a:lnTo>
                  <a:lnTo>
                    <a:pt x="1562" y="184"/>
                  </a:lnTo>
                  <a:lnTo>
                    <a:pt x="1546" y="170"/>
                  </a:lnTo>
                  <a:lnTo>
                    <a:pt x="1526" y="156"/>
                  </a:lnTo>
                  <a:lnTo>
                    <a:pt x="1506" y="144"/>
                  </a:lnTo>
                  <a:lnTo>
                    <a:pt x="1462" y="118"/>
                  </a:lnTo>
                  <a:lnTo>
                    <a:pt x="1412" y="96"/>
                  </a:lnTo>
                  <a:lnTo>
                    <a:pt x="1356" y="74"/>
                  </a:lnTo>
                  <a:lnTo>
                    <a:pt x="1296" y="56"/>
                  </a:lnTo>
                  <a:lnTo>
                    <a:pt x="1232" y="40"/>
                  </a:lnTo>
                  <a:lnTo>
                    <a:pt x="1164" y="26"/>
                  </a:lnTo>
                  <a:lnTo>
                    <a:pt x="1092" y="14"/>
                  </a:lnTo>
                  <a:lnTo>
                    <a:pt x="1018" y="6"/>
                  </a:lnTo>
                  <a:lnTo>
                    <a:pt x="940" y="2"/>
                  </a:lnTo>
                  <a:lnTo>
                    <a:pt x="860" y="0"/>
                  </a:lnTo>
                  <a:lnTo>
                    <a:pt x="860" y="0"/>
                  </a:lnTo>
                  <a:lnTo>
                    <a:pt x="782" y="2"/>
                  </a:lnTo>
                  <a:lnTo>
                    <a:pt x="704" y="6"/>
                  </a:lnTo>
                  <a:lnTo>
                    <a:pt x="630" y="14"/>
                  </a:lnTo>
                  <a:lnTo>
                    <a:pt x="558" y="26"/>
                  </a:lnTo>
                  <a:lnTo>
                    <a:pt x="490" y="38"/>
                  </a:lnTo>
                  <a:lnTo>
                    <a:pt x="426" y="56"/>
                  </a:lnTo>
                  <a:lnTo>
                    <a:pt x="366" y="74"/>
                  </a:lnTo>
                  <a:lnTo>
                    <a:pt x="312" y="94"/>
                  </a:lnTo>
                  <a:lnTo>
                    <a:pt x="262" y="118"/>
                  </a:lnTo>
                  <a:lnTo>
                    <a:pt x="216" y="142"/>
                  </a:lnTo>
                  <a:lnTo>
                    <a:pt x="178" y="168"/>
                  </a:lnTo>
                  <a:lnTo>
                    <a:pt x="160" y="182"/>
                  </a:lnTo>
                  <a:lnTo>
                    <a:pt x="144" y="196"/>
                  </a:lnTo>
                  <a:lnTo>
                    <a:pt x="130" y="212"/>
                  </a:lnTo>
                  <a:lnTo>
                    <a:pt x="118" y="226"/>
                  </a:lnTo>
                  <a:lnTo>
                    <a:pt x="108" y="242"/>
                  </a:lnTo>
                  <a:lnTo>
                    <a:pt x="98" y="258"/>
                  </a:lnTo>
                  <a:lnTo>
                    <a:pt x="92" y="274"/>
                  </a:lnTo>
                  <a:lnTo>
                    <a:pt x="86" y="290"/>
                  </a:lnTo>
                  <a:lnTo>
                    <a:pt x="82" y="306"/>
                  </a:lnTo>
                  <a:lnTo>
                    <a:pt x="82" y="322"/>
                  </a:lnTo>
                  <a:lnTo>
                    <a:pt x="82" y="322"/>
                  </a:lnTo>
                  <a:lnTo>
                    <a:pt x="40" y="616"/>
                  </a:lnTo>
                  <a:lnTo>
                    <a:pt x="12" y="816"/>
                  </a:lnTo>
                  <a:lnTo>
                    <a:pt x="0" y="908"/>
                  </a:lnTo>
                  <a:lnTo>
                    <a:pt x="0" y="908"/>
                  </a:lnTo>
                  <a:lnTo>
                    <a:pt x="2" y="892"/>
                  </a:lnTo>
                  <a:lnTo>
                    <a:pt x="6" y="876"/>
                  </a:lnTo>
                  <a:lnTo>
                    <a:pt x="10" y="858"/>
                  </a:lnTo>
                  <a:lnTo>
                    <a:pt x="18" y="842"/>
                  </a:lnTo>
                  <a:lnTo>
                    <a:pt x="26" y="826"/>
                  </a:lnTo>
                  <a:lnTo>
                    <a:pt x="38" y="808"/>
                  </a:lnTo>
                  <a:lnTo>
                    <a:pt x="50" y="792"/>
                  </a:lnTo>
                  <a:lnTo>
                    <a:pt x="66" y="776"/>
                  </a:lnTo>
                  <a:lnTo>
                    <a:pt x="82" y="760"/>
                  </a:lnTo>
                  <a:lnTo>
                    <a:pt x="100" y="744"/>
                  </a:lnTo>
                  <a:lnTo>
                    <a:pt x="120" y="728"/>
                  </a:lnTo>
                  <a:lnTo>
                    <a:pt x="142" y="712"/>
                  </a:lnTo>
                  <a:lnTo>
                    <a:pt x="190" y="682"/>
                  </a:lnTo>
                  <a:lnTo>
                    <a:pt x="244" y="652"/>
                  </a:lnTo>
                  <a:lnTo>
                    <a:pt x="304" y="626"/>
                  </a:lnTo>
                  <a:lnTo>
                    <a:pt x="370" y="602"/>
                  </a:lnTo>
                  <a:lnTo>
                    <a:pt x="440" y="580"/>
                  </a:lnTo>
                  <a:lnTo>
                    <a:pt x="516" y="562"/>
                  </a:lnTo>
                  <a:lnTo>
                    <a:pt x="596" y="548"/>
                  </a:lnTo>
                  <a:lnTo>
                    <a:pt x="680" y="536"/>
                  </a:lnTo>
                  <a:lnTo>
                    <a:pt x="768" y="530"/>
                  </a:lnTo>
                  <a:lnTo>
                    <a:pt x="814" y="528"/>
                  </a:lnTo>
                  <a:lnTo>
                    <a:pt x="860" y="526"/>
                  </a:lnTo>
                  <a:lnTo>
                    <a:pt x="860" y="526"/>
                  </a:lnTo>
                  <a:lnTo>
                    <a:pt x="904" y="528"/>
                  </a:lnTo>
                  <a:lnTo>
                    <a:pt x="946" y="530"/>
                  </a:lnTo>
                  <a:lnTo>
                    <a:pt x="988" y="532"/>
                  </a:lnTo>
                  <a:lnTo>
                    <a:pt x="1028" y="536"/>
                  </a:lnTo>
                  <a:lnTo>
                    <a:pt x="1108" y="548"/>
                  </a:lnTo>
                  <a:lnTo>
                    <a:pt x="1184" y="564"/>
                  </a:lnTo>
                  <a:lnTo>
                    <a:pt x="1256" y="582"/>
                  </a:lnTo>
                  <a:lnTo>
                    <a:pt x="1322" y="604"/>
                  </a:lnTo>
                  <a:lnTo>
                    <a:pt x="1386" y="628"/>
                  </a:lnTo>
                  <a:lnTo>
                    <a:pt x="1444" y="656"/>
                  </a:lnTo>
                  <a:lnTo>
                    <a:pt x="1498" y="684"/>
                  </a:lnTo>
                  <a:lnTo>
                    <a:pt x="1546" y="714"/>
                  </a:lnTo>
                  <a:lnTo>
                    <a:pt x="1590" y="746"/>
                  </a:lnTo>
                  <a:lnTo>
                    <a:pt x="1628" y="778"/>
                  </a:lnTo>
                  <a:lnTo>
                    <a:pt x="1658" y="810"/>
                  </a:lnTo>
                  <a:lnTo>
                    <a:pt x="1672" y="826"/>
                  </a:lnTo>
                  <a:lnTo>
                    <a:pt x="1684" y="842"/>
                  </a:lnTo>
                  <a:lnTo>
                    <a:pt x="1694" y="858"/>
                  </a:lnTo>
                  <a:lnTo>
                    <a:pt x="1702" y="874"/>
                  </a:lnTo>
                  <a:lnTo>
                    <a:pt x="1710" y="890"/>
                  </a:lnTo>
                  <a:lnTo>
                    <a:pt x="1714" y="906"/>
                  </a:lnTo>
                  <a:lnTo>
                    <a:pt x="1640" y="326"/>
                  </a:lnTo>
                  <a:lnTo>
                    <a:pt x="1640" y="326"/>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159" name="Line 113">
              <a:extLst>
                <a:ext uri="{FF2B5EF4-FFF2-40B4-BE49-F238E27FC236}">
                  <a16:creationId xmlns:a16="http://schemas.microsoft.com/office/drawing/2014/main" id="{E7684902-6806-4EAE-AE0D-51262900FA52}"/>
                </a:ext>
              </a:extLst>
            </p:cNvPr>
            <p:cNvSpPr>
              <a:spLocks noChangeShapeType="1"/>
            </p:cNvSpPr>
            <p:nvPr/>
          </p:nvSpPr>
          <p:spPr bwMode="auto">
            <a:xfrm>
              <a:off x="9636125" y="4535488"/>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160" name="Freeform 114">
              <a:extLst>
                <a:ext uri="{FF2B5EF4-FFF2-40B4-BE49-F238E27FC236}">
                  <a16:creationId xmlns:a16="http://schemas.microsoft.com/office/drawing/2014/main" id="{CAC86611-C753-41F2-BD4C-2D14BC6B926F}"/>
                </a:ext>
              </a:extLst>
            </p:cNvPr>
            <p:cNvSpPr>
              <a:spLocks noEditPoints="1"/>
            </p:cNvSpPr>
            <p:nvPr/>
          </p:nvSpPr>
          <p:spPr bwMode="auto">
            <a:xfrm>
              <a:off x="8474075" y="4017963"/>
              <a:ext cx="1279525" cy="1441450"/>
            </a:xfrm>
            <a:custGeom>
              <a:avLst/>
              <a:gdLst>
                <a:gd name="T0" fmla="*/ 0 w 806"/>
                <a:gd name="T1" fmla="*/ 0 h 908"/>
                <a:gd name="T2" fmla="*/ 0 w 806"/>
                <a:gd name="T3" fmla="*/ 530 h 908"/>
                <a:gd name="T4" fmla="*/ 0 w 806"/>
                <a:gd name="T5" fmla="*/ 530 h 908"/>
                <a:gd name="T6" fmla="*/ 82 w 806"/>
                <a:gd name="T7" fmla="*/ 534 h 908"/>
                <a:gd name="T8" fmla="*/ 160 w 806"/>
                <a:gd name="T9" fmla="*/ 544 h 908"/>
                <a:gd name="T10" fmla="*/ 234 w 806"/>
                <a:gd name="T11" fmla="*/ 556 h 908"/>
                <a:gd name="T12" fmla="*/ 306 w 806"/>
                <a:gd name="T13" fmla="*/ 572 h 908"/>
                <a:gd name="T14" fmla="*/ 372 w 806"/>
                <a:gd name="T15" fmla="*/ 592 h 908"/>
                <a:gd name="T16" fmla="*/ 436 w 806"/>
                <a:gd name="T17" fmla="*/ 614 h 908"/>
                <a:gd name="T18" fmla="*/ 496 w 806"/>
                <a:gd name="T19" fmla="*/ 640 h 908"/>
                <a:gd name="T20" fmla="*/ 552 w 806"/>
                <a:gd name="T21" fmla="*/ 666 h 908"/>
                <a:gd name="T22" fmla="*/ 602 w 806"/>
                <a:gd name="T23" fmla="*/ 694 h 908"/>
                <a:gd name="T24" fmla="*/ 648 w 806"/>
                <a:gd name="T25" fmla="*/ 724 h 908"/>
                <a:gd name="T26" fmla="*/ 688 w 806"/>
                <a:gd name="T27" fmla="*/ 754 h 908"/>
                <a:gd name="T28" fmla="*/ 724 w 806"/>
                <a:gd name="T29" fmla="*/ 784 h 908"/>
                <a:gd name="T30" fmla="*/ 754 w 806"/>
                <a:gd name="T31" fmla="*/ 816 h 908"/>
                <a:gd name="T32" fmla="*/ 778 w 806"/>
                <a:gd name="T33" fmla="*/ 848 h 908"/>
                <a:gd name="T34" fmla="*/ 786 w 806"/>
                <a:gd name="T35" fmla="*/ 862 h 908"/>
                <a:gd name="T36" fmla="*/ 796 w 806"/>
                <a:gd name="T37" fmla="*/ 878 h 908"/>
                <a:gd name="T38" fmla="*/ 802 w 806"/>
                <a:gd name="T39" fmla="*/ 892 h 908"/>
                <a:gd name="T40" fmla="*/ 806 w 806"/>
                <a:gd name="T41" fmla="*/ 908 h 908"/>
                <a:gd name="T42" fmla="*/ 732 w 806"/>
                <a:gd name="T43" fmla="*/ 326 h 908"/>
                <a:gd name="T44" fmla="*/ 732 w 806"/>
                <a:gd name="T45" fmla="*/ 326 h 908"/>
                <a:gd name="T46" fmla="*/ 730 w 806"/>
                <a:gd name="T47" fmla="*/ 310 h 908"/>
                <a:gd name="T48" fmla="*/ 728 w 806"/>
                <a:gd name="T49" fmla="*/ 294 h 908"/>
                <a:gd name="T50" fmla="*/ 724 w 806"/>
                <a:gd name="T51" fmla="*/ 278 h 908"/>
                <a:gd name="T52" fmla="*/ 716 w 806"/>
                <a:gd name="T53" fmla="*/ 262 h 908"/>
                <a:gd name="T54" fmla="*/ 708 w 806"/>
                <a:gd name="T55" fmla="*/ 246 h 908"/>
                <a:gd name="T56" fmla="*/ 698 w 806"/>
                <a:gd name="T57" fmla="*/ 232 h 908"/>
                <a:gd name="T58" fmla="*/ 688 w 806"/>
                <a:gd name="T59" fmla="*/ 218 h 908"/>
                <a:gd name="T60" fmla="*/ 674 w 806"/>
                <a:gd name="T61" fmla="*/ 202 h 908"/>
                <a:gd name="T62" fmla="*/ 660 w 806"/>
                <a:gd name="T63" fmla="*/ 188 h 908"/>
                <a:gd name="T64" fmla="*/ 644 w 806"/>
                <a:gd name="T65" fmla="*/ 176 h 908"/>
                <a:gd name="T66" fmla="*/ 608 w 806"/>
                <a:gd name="T67" fmla="*/ 150 h 908"/>
                <a:gd name="T68" fmla="*/ 566 w 806"/>
                <a:gd name="T69" fmla="*/ 124 h 908"/>
                <a:gd name="T70" fmla="*/ 518 w 806"/>
                <a:gd name="T71" fmla="*/ 102 h 908"/>
                <a:gd name="T72" fmla="*/ 468 w 806"/>
                <a:gd name="T73" fmla="*/ 82 h 908"/>
                <a:gd name="T74" fmla="*/ 412 w 806"/>
                <a:gd name="T75" fmla="*/ 62 h 908"/>
                <a:gd name="T76" fmla="*/ 350 w 806"/>
                <a:gd name="T77" fmla="*/ 46 h 908"/>
                <a:gd name="T78" fmla="*/ 286 w 806"/>
                <a:gd name="T79" fmla="*/ 32 h 908"/>
                <a:gd name="T80" fmla="*/ 220 w 806"/>
                <a:gd name="T81" fmla="*/ 20 h 908"/>
                <a:gd name="T82" fmla="*/ 148 w 806"/>
                <a:gd name="T83" fmla="*/ 10 h 908"/>
                <a:gd name="T84" fmla="*/ 76 w 806"/>
                <a:gd name="T85" fmla="*/ 4 h 908"/>
                <a:gd name="T86" fmla="*/ 0 w 806"/>
                <a:gd name="T87" fmla="*/ 0 h 908"/>
                <a:gd name="T88" fmla="*/ 0 w 806"/>
                <a:gd name="T89" fmla="*/ 0 h 908"/>
                <a:gd name="T90" fmla="*/ 0 w 806"/>
                <a:gd name="T91" fmla="*/ 0 h 908"/>
                <a:gd name="T92" fmla="*/ 0 w 806"/>
                <a:gd name="T93" fmla="*/ 0 h 9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806" h="908">
                  <a:moveTo>
                    <a:pt x="0" y="0"/>
                  </a:moveTo>
                  <a:lnTo>
                    <a:pt x="0" y="530"/>
                  </a:lnTo>
                  <a:lnTo>
                    <a:pt x="0" y="530"/>
                  </a:lnTo>
                  <a:lnTo>
                    <a:pt x="82" y="534"/>
                  </a:lnTo>
                  <a:lnTo>
                    <a:pt x="160" y="544"/>
                  </a:lnTo>
                  <a:lnTo>
                    <a:pt x="234" y="556"/>
                  </a:lnTo>
                  <a:lnTo>
                    <a:pt x="306" y="572"/>
                  </a:lnTo>
                  <a:lnTo>
                    <a:pt x="372" y="592"/>
                  </a:lnTo>
                  <a:lnTo>
                    <a:pt x="436" y="614"/>
                  </a:lnTo>
                  <a:lnTo>
                    <a:pt x="496" y="640"/>
                  </a:lnTo>
                  <a:lnTo>
                    <a:pt x="552" y="666"/>
                  </a:lnTo>
                  <a:lnTo>
                    <a:pt x="602" y="694"/>
                  </a:lnTo>
                  <a:lnTo>
                    <a:pt x="648" y="724"/>
                  </a:lnTo>
                  <a:lnTo>
                    <a:pt x="688" y="754"/>
                  </a:lnTo>
                  <a:lnTo>
                    <a:pt x="724" y="784"/>
                  </a:lnTo>
                  <a:lnTo>
                    <a:pt x="754" y="816"/>
                  </a:lnTo>
                  <a:lnTo>
                    <a:pt x="778" y="848"/>
                  </a:lnTo>
                  <a:lnTo>
                    <a:pt x="786" y="862"/>
                  </a:lnTo>
                  <a:lnTo>
                    <a:pt x="796" y="878"/>
                  </a:lnTo>
                  <a:lnTo>
                    <a:pt x="802" y="892"/>
                  </a:lnTo>
                  <a:lnTo>
                    <a:pt x="806" y="908"/>
                  </a:lnTo>
                  <a:lnTo>
                    <a:pt x="732" y="326"/>
                  </a:lnTo>
                  <a:lnTo>
                    <a:pt x="732" y="326"/>
                  </a:lnTo>
                  <a:lnTo>
                    <a:pt x="730" y="310"/>
                  </a:lnTo>
                  <a:lnTo>
                    <a:pt x="728" y="294"/>
                  </a:lnTo>
                  <a:lnTo>
                    <a:pt x="724" y="278"/>
                  </a:lnTo>
                  <a:lnTo>
                    <a:pt x="716" y="262"/>
                  </a:lnTo>
                  <a:lnTo>
                    <a:pt x="708" y="246"/>
                  </a:lnTo>
                  <a:lnTo>
                    <a:pt x="698" y="232"/>
                  </a:lnTo>
                  <a:lnTo>
                    <a:pt x="688" y="218"/>
                  </a:lnTo>
                  <a:lnTo>
                    <a:pt x="674" y="202"/>
                  </a:lnTo>
                  <a:lnTo>
                    <a:pt x="660" y="188"/>
                  </a:lnTo>
                  <a:lnTo>
                    <a:pt x="644" y="176"/>
                  </a:lnTo>
                  <a:lnTo>
                    <a:pt x="608" y="150"/>
                  </a:lnTo>
                  <a:lnTo>
                    <a:pt x="566" y="124"/>
                  </a:lnTo>
                  <a:lnTo>
                    <a:pt x="518" y="102"/>
                  </a:lnTo>
                  <a:lnTo>
                    <a:pt x="468" y="82"/>
                  </a:lnTo>
                  <a:lnTo>
                    <a:pt x="412" y="62"/>
                  </a:lnTo>
                  <a:lnTo>
                    <a:pt x="350" y="46"/>
                  </a:lnTo>
                  <a:lnTo>
                    <a:pt x="286" y="32"/>
                  </a:lnTo>
                  <a:lnTo>
                    <a:pt x="220" y="20"/>
                  </a:lnTo>
                  <a:lnTo>
                    <a:pt x="148" y="10"/>
                  </a:lnTo>
                  <a:lnTo>
                    <a:pt x="76" y="4"/>
                  </a:lnTo>
                  <a:lnTo>
                    <a:pt x="0" y="0"/>
                  </a:lnTo>
                  <a:lnTo>
                    <a:pt x="0" y="0"/>
                  </a:lnTo>
                  <a:close/>
                  <a:moveTo>
                    <a:pt x="0" y="0"/>
                  </a:moveTo>
                  <a:lnTo>
                    <a:pt x="0" y="0"/>
                  </a:lnTo>
                  <a:close/>
                </a:path>
              </a:pathLst>
            </a:custGeom>
            <a:solidFill>
              <a:schemeClr val="accent2">
                <a:lumMod val="20000"/>
                <a:lumOff val="80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161" name="Freeform 115">
              <a:extLst>
                <a:ext uri="{FF2B5EF4-FFF2-40B4-BE49-F238E27FC236}">
                  <a16:creationId xmlns:a16="http://schemas.microsoft.com/office/drawing/2014/main" id="{3BA3B2EB-AE1A-4FEF-929B-F8E743A7BACF}"/>
                </a:ext>
              </a:extLst>
            </p:cNvPr>
            <p:cNvSpPr>
              <a:spLocks/>
            </p:cNvSpPr>
            <p:nvPr/>
          </p:nvSpPr>
          <p:spPr bwMode="auto">
            <a:xfrm>
              <a:off x="8474075" y="4017963"/>
              <a:ext cx="1279525" cy="1441450"/>
            </a:xfrm>
            <a:custGeom>
              <a:avLst/>
              <a:gdLst>
                <a:gd name="T0" fmla="*/ 0 w 806"/>
                <a:gd name="T1" fmla="*/ 0 h 908"/>
                <a:gd name="T2" fmla="*/ 0 w 806"/>
                <a:gd name="T3" fmla="*/ 530 h 908"/>
                <a:gd name="T4" fmla="*/ 0 w 806"/>
                <a:gd name="T5" fmla="*/ 530 h 908"/>
                <a:gd name="T6" fmla="*/ 82 w 806"/>
                <a:gd name="T7" fmla="*/ 534 h 908"/>
                <a:gd name="T8" fmla="*/ 160 w 806"/>
                <a:gd name="T9" fmla="*/ 544 h 908"/>
                <a:gd name="T10" fmla="*/ 234 w 806"/>
                <a:gd name="T11" fmla="*/ 556 h 908"/>
                <a:gd name="T12" fmla="*/ 306 w 806"/>
                <a:gd name="T13" fmla="*/ 572 h 908"/>
                <a:gd name="T14" fmla="*/ 372 w 806"/>
                <a:gd name="T15" fmla="*/ 592 h 908"/>
                <a:gd name="T16" fmla="*/ 436 w 806"/>
                <a:gd name="T17" fmla="*/ 614 h 908"/>
                <a:gd name="T18" fmla="*/ 496 w 806"/>
                <a:gd name="T19" fmla="*/ 640 h 908"/>
                <a:gd name="T20" fmla="*/ 552 w 806"/>
                <a:gd name="T21" fmla="*/ 666 h 908"/>
                <a:gd name="T22" fmla="*/ 602 w 806"/>
                <a:gd name="T23" fmla="*/ 694 h 908"/>
                <a:gd name="T24" fmla="*/ 648 w 806"/>
                <a:gd name="T25" fmla="*/ 724 h 908"/>
                <a:gd name="T26" fmla="*/ 688 w 806"/>
                <a:gd name="T27" fmla="*/ 754 h 908"/>
                <a:gd name="T28" fmla="*/ 724 w 806"/>
                <a:gd name="T29" fmla="*/ 784 h 908"/>
                <a:gd name="T30" fmla="*/ 754 w 806"/>
                <a:gd name="T31" fmla="*/ 816 h 908"/>
                <a:gd name="T32" fmla="*/ 778 w 806"/>
                <a:gd name="T33" fmla="*/ 848 h 908"/>
                <a:gd name="T34" fmla="*/ 786 w 806"/>
                <a:gd name="T35" fmla="*/ 862 h 908"/>
                <a:gd name="T36" fmla="*/ 796 w 806"/>
                <a:gd name="T37" fmla="*/ 878 h 908"/>
                <a:gd name="T38" fmla="*/ 802 w 806"/>
                <a:gd name="T39" fmla="*/ 892 h 908"/>
                <a:gd name="T40" fmla="*/ 806 w 806"/>
                <a:gd name="T41" fmla="*/ 908 h 908"/>
                <a:gd name="T42" fmla="*/ 732 w 806"/>
                <a:gd name="T43" fmla="*/ 326 h 908"/>
                <a:gd name="T44" fmla="*/ 732 w 806"/>
                <a:gd name="T45" fmla="*/ 326 h 908"/>
                <a:gd name="T46" fmla="*/ 730 w 806"/>
                <a:gd name="T47" fmla="*/ 310 h 908"/>
                <a:gd name="T48" fmla="*/ 728 w 806"/>
                <a:gd name="T49" fmla="*/ 294 h 908"/>
                <a:gd name="T50" fmla="*/ 724 w 806"/>
                <a:gd name="T51" fmla="*/ 278 h 908"/>
                <a:gd name="T52" fmla="*/ 716 w 806"/>
                <a:gd name="T53" fmla="*/ 262 h 908"/>
                <a:gd name="T54" fmla="*/ 708 w 806"/>
                <a:gd name="T55" fmla="*/ 246 h 908"/>
                <a:gd name="T56" fmla="*/ 698 w 806"/>
                <a:gd name="T57" fmla="*/ 232 h 908"/>
                <a:gd name="T58" fmla="*/ 688 w 806"/>
                <a:gd name="T59" fmla="*/ 218 h 908"/>
                <a:gd name="T60" fmla="*/ 674 w 806"/>
                <a:gd name="T61" fmla="*/ 202 h 908"/>
                <a:gd name="T62" fmla="*/ 660 w 806"/>
                <a:gd name="T63" fmla="*/ 188 h 908"/>
                <a:gd name="T64" fmla="*/ 644 w 806"/>
                <a:gd name="T65" fmla="*/ 176 h 908"/>
                <a:gd name="T66" fmla="*/ 608 w 806"/>
                <a:gd name="T67" fmla="*/ 150 h 908"/>
                <a:gd name="T68" fmla="*/ 566 w 806"/>
                <a:gd name="T69" fmla="*/ 124 h 908"/>
                <a:gd name="T70" fmla="*/ 518 w 806"/>
                <a:gd name="T71" fmla="*/ 102 h 908"/>
                <a:gd name="T72" fmla="*/ 468 w 806"/>
                <a:gd name="T73" fmla="*/ 82 h 908"/>
                <a:gd name="T74" fmla="*/ 412 w 806"/>
                <a:gd name="T75" fmla="*/ 62 h 908"/>
                <a:gd name="T76" fmla="*/ 350 w 806"/>
                <a:gd name="T77" fmla="*/ 46 h 908"/>
                <a:gd name="T78" fmla="*/ 286 w 806"/>
                <a:gd name="T79" fmla="*/ 32 h 908"/>
                <a:gd name="T80" fmla="*/ 220 w 806"/>
                <a:gd name="T81" fmla="*/ 20 h 908"/>
                <a:gd name="T82" fmla="*/ 148 w 806"/>
                <a:gd name="T83" fmla="*/ 10 h 908"/>
                <a:gd name="T84" fmla="*/ 76 w 806"/>
                <a:gd name="T85" fmla="*/ 4 h 908"/>
                <a:gd name="T86" fmla="*/ 0 w 806"/>
                <a:gd name="T87" fmla="*/ 0 h 908"/>
                <a:gd name="T88" fmla="*/ 0 w 806"/>
                <a:gd name="T89" fmla="*/ 0 h 9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806" h="908">
                  <a:moveTo>
                    <a:pt x="0" y="0"/>
                  </a:moveTo>
                  <a:lnTo>
                    <a:pt x="0" y="530"/>
                  </a:lnTo>
                  <a:lnTo>
                    <a:pt x="0" y="530"/>
                  </a:lnTo>
                  <a:lnTo>
                    <a:pt x="82" y="534"/>
                  </a:lnTo>
                  <a:lnTo>
                    <a:pt x="160" y="544"/>
                  </a:lnTo>
                  <a:lnTo>
                    <a:pt x="234" y="556"/>
                  </a:lnTo>
                  <a:lnTo>
                    <a:pt x="306" y="572"/>
                  </a:lnTo>
                  <a:lnTo>
                    <a:pt x="372" y="592"/>
                  </a:lnTo>
                  <a:lnTo>
                    <a:pt x="436" y="614"/>
                  </a:lnTo>
                  <a:lnTo>
                    <a:pt x="496" y="640"/>
                  </a:lnTo>
                  <a:lnTo>
                    <a:pt x="552" y="666"/>
                  </a:lnTo>
                  <a:lnTo>
                    <a:pt x="602" y="694"/>
                  </a:lnTo>
                  <a:lnTo>
                    <a:pt x="648" y="724"/>
                  </a:lnTo>
                  <a:lnTo>
                    <a:pt x="688" y="754"/>
                  </a:lnTo>
                  <a:lnTo>
                    <a:pt x="724" y="784"/>
                  </a:lnTo>
                  <a:lnTo>
                    <a:pt x="754" y="816"/>
                  </a:lnTo>
                  <a:lnTo>
                    <a:pt x="778" y="848"/>
                  </a:lnTo>
                  <a:lnTo>
                    <a:pt x="786" y="862"/>
                  </a:lnTo>
                  <a:lnTo>
                    <a:pt x="796" y="878"/>
                  </a:lnTo>
                  <a:lnTo>
                    <a:pt x="802" y="892"/>
                  </a:lnTo>
                  <a:lnTo>
                    <a:pt x="806" y="908"/>
                  </a:lnTo>
                  <a:lnTo>
                    <a:pt x="732" y="326"/>
                  </a:lnTo>
                  <a:lnTo>
                    <a:pt x="732" y="326"/>
                  </a:lnTo>
                  <a:lnTo>
                    <a:pt x="730" y="310"/>
                  </a:lnTo>
                  <a:lnTo>
                    <a:pt x="728" y="294"/>
                  </a:lnTo>
                  <a:lnTo>
                    <a:pt x="724" y="278"/>
                  </a:lnTo>
                  <a:lnTo>
                    <a:pt x="716" y="262"/>
                  </a:lnTo>
                  <a:lnTo>
                    <a:pt x="708" y="246"/>
                  </a:lnTo>
                  <a:lnTo>
                    <a:pt x="698" y="232"/>
                  </a:lnTo>
                  <a:lnTo>
                    <a:pt x="688" y="218"/>
                  </a:lnTo>
                  <a:lnTo>
                    <a:pt x="674" y="202"/>
                  </a:lnTo>
                  <a:lnTo>
                    <a:pt x="660" y="188"/>
                  </a:lnTo>
                  <a:lnTo>
                    <a:pt x="644" y="176"/>
                  </a:lnTo>
                  <a:lnTo>
                    <a:pt x="608" y="150"/>
                  </a:lnTo>
                  <a:lnTo>
                    <a:pt x="566" y="124"/>
                  </a:lnTo>
                  <a:lnTo>
                    <a:pt x="518" y="102"/>
                  </a:lnTo>
                  <a:lnTo>
                    <a:pt x="468" y="82"/>
                  </a:lnTo>
                  <a:lnTo>
                    <a:pt x="412" y="62"/>
                  </a:lnTo>
                  <a:lnTo>
                    <a:pt x="350" y="46"/>
                  </a:lnTo>
                  <a:lnTo>
                    <a:pt x="286" y="32"/>
                  </a:lnTo>
                  <a:lnTo>
                    <a:pt x="220" y="20"/>
                  </a:lnTo>
                  <a:lnTo>
                    <a:pt x="148" y="10"/>
                  </a:lnTo>
                  <a:lnTo>
                    <a:pt x="76" y="4"/>
                  </a:ln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162" name="Line 116">
              <a:extLst>
                <a:ext uri="{FF2B5EF4-FFF2-40B4-BE49-F238E27FC236}">
                  <a16:creationId xmlns:a16="http://schemas.microsoft.com/office/drawing/2014/main" id="{E0F09277-E052-4BF8-9A91-B3C1E9AB0426}"/>
                </a:ext>
              </a:extLst>
            </p:cNvPr>
            <p:cNvSpPr>
              <a:spLocks noChangeShapeType="1"/>
            </p:cNvSpPr>
            <p:nvPr/>
          </p:nvSpPr>
          <p:spPr bwMode="auto">
            <a:xfrm>
              <a:off x="8474075" y="4017963"/>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163" name="Freeform 98">
              <a:extLst>
                <a:ext uri="{FF2B5EF4-FFF2-40B4-BE49-F238E27FC236}">
                  <a16:creationId xmlns:a16="http://schemas.microsoft.com/office/drawing/2014/main" id="{3985F283-2535-4EF0-9578-78E97F6E544F}"/>
                </a:ext>
              </a:extLst>
            </p:cNvPr>
            <p:cNvSpPr>
              <a:spLocks noEditPoints="1"/>
            </p:cNvSpPr>
            <p:nvPr/>
          </p:nvSpPr>
          <p:spPr bwMode="auto">
            <a:xfrm>
              <a:off x="6073775" y="5218113"/>
              <a:ext cx="441325" cy="441325"/>
            </a:xfrm>
            <a:custGeom>
              <a:avLst/>
              <a:gdLst>
                <a:gd name="T0" fmla="*/ 138 w 278"/>
                <a:gd name="T1" fmla="*/ 0 h 278"/>
                <a:gd name="T2" fmla="*/ 166 w 278"/>
                <a:gd name="T3" fmla="*/ 4 h 278"/>
                <a:gd name="T4" fmla="*/ 192 w 278"/>
                <a:gd name="T5" fmla="*/ 12 h 278"/>
                <a:gd name="T6" fmla="*/ 216 w 278"/>
                <a:gd name="T7" fmla="*/ 24 h 278"/>
                <a:gd name="T8" fmla="*/ 236 w 278"/>
                <a:gd name="T9" fmla="*/ 42 h 278"/>
                <a:gd name="T10" fmla="*/ 254 w 278"/>
                <a:gd name="T11" fmla="*/ 62 h 278"/>
                <a:gd name="T12" fmla="*/ 266 w 278"/>
                <a:gd name="T13" fmla="*/ 86 h 278"/>
                <a:gd name="T14" fmla="*/ 274 w 278"/>
                <a:gd name="T15" fmla="*/ 112 h 278"/>
                <a:gd name="T16" fmla="*/ 278 w 278"/>
                <a:gd name="T17" fmla="*/ 138 h 278"/>
                <a:gd name="T18" fmla="*/ 276 w 278"/>
                <a:gd name="T19" fmla="*/ 152 h 278"/>
                <a:gd name="T20" fmla="*/ 270 w 278"/>
                <a:gd name="T21" fmla="*/ 180 h 278"/>
                <a:gd name="T22" fmla="*/ 260 w 278"/>
                <a:gd name="T23" fmla="*/ 204 h 278"/>
                <a:gd name="T24" fmla="*/ 246 w 278"/>
                <a:gd name="T25" fmla="*/ 226 h 278"/>
                <a:gd name="T26" fmla="*/ 226 w 278"/>
                <a:gd name="T27" fmla="*/ 246 h 278"/>
                <a:gd name="T28" fmla="*/ 204 w 278"/>
                <a:gd name="T29" fmla="*/ 260 h 278"/>
                <a:gd name="T30" fmla="*/ 180 w 278"/>
                <a:gd name="T31" fmla="*/ 272 h 278"/>
                <a:gd name="T32" fmla="*/ 152 w 278"/>
                <a:gd name="T33" fmla="*/ 276 h 278"/>
                <a:gd name="T34" fmla="*/ 138 w 278"/>
                <a:gd name="T35" fmla="*/ 278 h 278"/>
                <a:gd name="T36" fmla="*/ 110 w 278"/>
                <a:gd name="T37" fmla="*/ 274 h 278"/>
                <a:gd name="T38" fmla="*/ 86 w 278"/>
                <a:gd name="T39" fmla="*/ 266 h 278"/>
                <a:gd name="T40" fmla="*/ 62 w 278"/>
                <a:gd name="T41" fmla="*/ 254 h 278"/>
                <a:gd name="T42" fmla="*/ 40 w 278"/>
                <a:gd name="T43" fmla="*/ 238 h 278"/>
                <a:gd name="T44" fmla="*/ 24 w 278"/>
                <a:gd name="T45" fmla="*/ 218 h 278"/>
                <a:gd name="T46" fmla="*/ 10 w 278"/>
                <a:gd name="T47" fmla="*/ 194 h 278"/>
                <a:gd name="T48" fmla="*/ 2 w 278"/>
                <a:gd name="T49" fmla="*/ 168 h 278"/>
                <a:gd name="T50" fmla="*/ 0 w 278"/>
                <a:gd name="T51" fmla="*/ 138 h 278"/>
                <a:gd name="T52" fmla="*/ 0 w 278"/>
                <a:gd name="T53" fmla="*/ 124 h 278"/>
                <a:gd name="T54" fmla="*/ 6 w 278"/>
                <a:gd name="T55" fmla="*/ 98 h 278"/>
                <a:gd name="T56" fmla="*/ 16 w 278"/>
                <a:gd name="T57" fmla="*/ 74 h 278"/>
                <a:gd name="T58" fmla="*/ 32 w 278"/>
                <a:gd name="T59" fmla="*/ 52 h 278"/>
                <a:gd name="T60" fmla="*/ 50 w 278"/>
                <a:gd name="T61" fmla="*/ 32 h 278"/>
                <a:gd name="T62" fmla="*/ 72 w 278"/>
                <a:gd name="T63" fmla="*/ 18 h 278"/>
                <a:gd name="T64" fmla="*/ 98 w 278"/>
                <a:gd name="T65" fmla="*/ 6 h 278"/>
                <a:gd name="T66" fmla="*/ 124 w 278"/>
                <a:gd name="T67" fmla="*/ 2 h 278"/>
                <a:gd name="T68" fmla="*/ 138 w 278"/>
                <a:gd name="T69" fmla="*/ 0 h 278"/>
                <a:gd name="T70" fmla="*/ 138 w 278"/>
                <a:gd name="T71" fmla="*/ 0 h 2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78" h="278">
                  <a:moveTo>
                    <a:pt x="138" y="0"/>
                  </a:moveTo>
                  <a:lnTo>
                    <a:pt x="138" y="0"/>
                  </a:lnTo>
                  <a:lnTo>
                    <a:pt x="152" y="2"/>
                  </a:lnTo>
                  <a:lnTo>
                    <a:pt x="166" y="4"/>
                  </a:lnTo>
                  <a:lnTo>
                    <a:pt x="180" y="6"/>
                  </a:lnTo>
                  <a:lnTo>
                    <a:pt x="192" y="12"/>
                  </a:lnTo>
                  <a:lnTo>
                    <a:pt x="204" y="18"/>
                  </a:lnTo>
                  <a:lnTo>
                    <a:pt x="216" y="24"/>
                  </a:lnTo>
                  <a:lnTo>
                    <a:pt x="226" y="32"/>
                  </a:lnTo>
                  <a:lnTo>
                    <a:pt x="236" y="42"/>
                  </a:lnTo>
                  <a:lnTo>
                    <a:pt x="246" y="52"/>
                  </a:lnTo>
                  <a:lnTo>
                    <a:pt x="254" y="62"/>
                  </a:lnTo>
                  <a:lnTo>
                    <a:pt x="260" y="74"/>
                  </a:lnTo>
                  <a:lnTo>
                    <a:pt x="266" y="86"/>
                  </a:lnTo>
                  <a:lnTo>
                    <a:pt x="270" y="98"/>
                  </a:lnTo>
                  <a:lnTo>
                    <a:pt x="274" y="112"/>
                  </a:lnTo>
                  <a:lnTo>
                    <a:pt x="276" y="124"/>
                  </a:lnTo>
                  <a:lnTo>
                    <a:pt x="278" y="138"/>
                  </a:lnTo>
                  <a:lnTo>
                    <a:pt x="278" y="138"/>
                  </a:lnTo>
                  <a:lnTo>
                    <a:pt x="276" y="152"/>
                  </a:lnTo>
                  <a:lnTo>
                    <a:pt x="274" y="166"/>
                  </a:lnTo>
                  <a:lnTo>
                    <a:pt x="270" y="180"/>
                  </a:lnTo>
                  <a:lnTo>
                    <a:pt x="266" y="192"/>
                  </a:lnTo>
                  <a:lnTo>
                    <a:pt x="260" y="204"/>
                  </a:lnTo>
                  <a:lnTo>
                    <a:pt x="254" y="216"/>
                  </a:lnTo>
                  <a:lnTo>
                    <a:pt x="246" y="226"/>
                  </a:lnTo>
                  <a:lnTo>
                    <a:pt x="236" y="236"/>
                  </a:lnTo>
                  <a:lnTo>
                    <a:pt x="226" y="246"/>
                  </a:lnTo>
                  <a:lnTo>
                    <a:pt x="216" y="254"/>
                  </a:lnTo>
                  <a:lnTo>
                    <a:pt x="204" y="260"/>
                  </a:lnTo>
                  <a:lnTo>
                    <a:pt x="192" y="266"/>
                  </a:lnTo>
                  <a:lnTo>
                    <a:pt x="180" y="272"/>
                  </a:lnTo>
                  <a:lnTo>
                    <a:pt x="166" y="274"/>
                  </a:lnTo>
                  <a:lnTo>
                    <a:pt x="152" y="276"/>
                  </a:lnTo>
                  <a:lnTo>
                    <a:pt x="138" y="278"/>
                  </a:lnTo>
                  <a:lnTo>
                    <a:pt x="138" y="278"/>
                  </a:lnTo>
                  <a:lnTo>
                    <a:pt x="124" y="276"/>
                  </a:lnTo>
                  <a:lnTo>
                    <a:pt x="110" y="274"/>
                  </a:lnTo>
                  <a:lnTo>
                    <a:pt x="98" y="272"/>
                  </a:lnTo>
                  <a:lnTo>
                    <a:pt x="86" y="266"/>
                  </a:lnTo>
                  <a:lnTo>
                    <a:pt x="72" y="262"/>
                  </a:lnTo>
                  <a:lnTo>
                    <a:pt x="62" y="254"/>
                  </a:lnTo>
                  <a:lnTo>
                    <a:pt x="50" y="246"/>
                  </a:lnTo>
                  <a:lnTo>
                    <a:pt x="40" y="238"/>
                  </a:lnTo>
                  <a:lnTo>
                    <a:pt x="32" y="228"/>
                  </a:lnTo>
                  <a:lnTo>
                    <a:pt x="24" y="218"/>
                  </a:lnTo>
                  <a:lnTo>
                    <a:pt x="16" y="206"/>
                  </a:lnTo>
                  <a:lnTo>
                    <a:pt x="10" y="194"/>
                  </a:lnTo>
                  <a:lnTo>
                    <a:pt x="6" y="180"/>
                  </a:lnTo>
                  <a:lnTo>
                    <a:pt x="2" y="168"/>
                  </a:lnTo>
                  <a:lnTo>
                    <a:pt x="0" y="154"/>
                  </a:lnTo>
                  <a:lnTo>
                    <a:pt x="0" y="138"/>
                  </a:lnTo>
                  <a:lnTo>
                    <a:pt x="0" y="138"/>
                  </a:lnTo>
                  <a:lnTo>
                    <a:pt x="0" y="124"/>
                  </a:lnTo>
                  <a:lnTo>
                    <a:pt x="2" y="112"/>
                  </a:lnTo>
                  <a:lnTo>
                    <a:pt x="6" y="98"/>
                  </a:lnTo>
                  <a:lnTo>
                    <a:pt x="10" y="86"/>
                  </a:lnTo>
                  <a:lnTo>
                    <a:pt x="16" y="74"/>
                  </a:lnTo>
                  <a:lnTo>
                    <a:pt x="24" y="62"/>
                  </a:lnTo>
                  <a:lnTo>
                    <a:pt x="32" y="52"/>
                  </a:lnTo>
                  <a:lnTo>
                    <a:pt x="40" y="42"/>
                  </a:lnTo>
                  <a:lnTo>
                    <a:pt x="50" y="32"/>
                  </a:lnTo>
                  <a:lnTo>
                    <a:pt x="62" y="24"/>
                  </a:lnTo>
                  <a:lnTo>
                    <a:pt x="72" y="18"/>
                  </a:lnTo>
                  <a:lnTo>
                    <a:pt x="86" y="12"/>
                  </a:lnTo>
                  <a:lnTo>
                    <a:pt x="98" y="6"/>
                  </a:lnTo>
                  <a:lnTo>
                    <a:pt x="110" y="4"/>
                  </a:lnTo>
                  <a:lnTo>
                    <a:pt x="124" y="2"/>
                  </a:lnTo>
                  <a:lnTo>
                    <a:pt x="138" y="0"/>
                  </a:lnTo>
                  <a:lnTo>
                    <a:pt x="138" y="0"/>
                  </a:lnTo>
                  <a:close/>
                  <a:moveTo>
                    <a:pt x="138" y="0"/>
                  </a:moveTo>
                  <a:lnTo>
                    <a:pt x="138" y="0"/>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grpSp>
      <p:grpSp>
        <p:nvGrpSpPr>
          <p:cNvPr id="164" name="Group 163"/>
          <p:cNvGrpSpPr/>
          <p:nvPr/>
        </p:nvGrpSpPr>
        <p:grpSpPr>
          <a:xfrm>
            <a:off x="3813568" y="4975252"/>
            <a:ext cx="175107" cy="246598"/>
            <a:chOff x="3797275" y="4725354"/>
            <a:chExt cx="175107" cy="246598"/>
          </a:xfrm>
        </p:grpSpPr>
        <p:sp>
          <p:nvSpPr>
            <p:cNvPr id="165" name="Freeform 328">
              <a:extLst>
                <a:ext uri="{FF2B5EF4-FFF2-40B4-BE49-F238E27FC236}">
                  <a16:creationId xmlns:a16="http://schemas.microsoft.com/office/drawing/2014/main" id="{4EE51E68-8EBD-4CE0-AD45-E1A7F19073E9}"/>
                </a:ext>
              </a:extLst>
            </p:cNvPr>
            <p:cNvSpPr>
              <a:spLocks noEditPoints="1"/>
            </p:cNvSpPr>
            <p:nvPr/>
          </p:nvSpPr>
          <p:spPr bwMode="auto">
            <a:xfrm>
              <a:off x="3797275" y="4725354"/>
              <a:ext cx="175107" cy="246598"/>
            </a:xfrm>
            <a:custGeom>
              <a:avLst/>
              <a:gdLst>
                <a:gd name="T0" fmla="*/ 1612 w 1984"/>
                <a:gd name="T1" fmla="*/ 1704 h 2794"/>
                <a:gd name="T2" fmla="*/ 1728 w 1984"/>
                <a:gd name="T3" fmla="*/ 1562 h 2794"/>
                <a:gd name="T4" fmla="*/ 1862 w 1984"/>
                <a:gd name="T5" fmla="*/ 1342 h 2794"/>
                <a:gd name="T6" fmla="*/ 1928 w 1984"/>
                <a:gd name="T7" fmla="*/ 1184 h 2794"/>
                <a:gd name="T8" fmla="*/ 1972 w 1984"/>
                <a:gd name="T9" fmla="*/ 1008 h 2794"/>
                <a:gd name="T10" fmla="*/ 1984 w 1984"/>
                <a:gd name="T11" fmla="*/ 814 h 2794"/>
                <a:gd name="T12" fmla="*/ 1966 w 1984"/>
                <a:gd name="T13" fmla="*/ 666 h 2794"/>
                <a:gd name="T14" fmla="*/ 1904 w 1984"/>
                <a:gd name="T15" fmla="*/ 484 h 2794"/>
                <a:gd name="T16" fmla="*/ 1804 w 1984"/>
                <a:gd name="T17" fmla="*/ 326 h 2794"/>
                <a:gd name="T18" fmla="*/ 1674 w 1984"/>
                <a:gd name="T19" fmla="*/ 196 h 2794"/>
                <a:gd name="T20" fmla="*/ 1516 w 1984"/>
                <a:gd name="T21" fmla="*/ 96 h 2794"/>
                <a:gd name="T22" fmla="*/ 1338 w 1984"/>
                <a:gd name="T23" fmla="*/ 30 h 2794"/>
                <a:gd name="T24" fmla="*/ 1144 w 1984"/>
                <a:gd name="T25" fmla="*/ 0 h 2794"/>
                <a:gd name="T26" fmla="*/ 942 w 1984"/>
                <a:gd name="T27" fmla="*/ 12 h 2794"/>
                <a:gd name="T28" fmla="*/ 788 w 1984"/>
                <a:gd name="T29" fmla="*/ 48 h 2794"/>
                <a:gd name="T30" fmla="*/ 612 w 1984"/>
                <a:gd name="T31" fmla="*/ 122 h 2794"/>
                <a:gd name="T32" fmla="*/ 474 w 1984"/>
                <a:gd name="T33" fmla="*/ 214 h 2794"/>
                <a:gd name="T34" fmla="*/ 370 w 1984"/>
                <a:gd name="T35" fmla="*/ 314 h 2794"/>
                <a:gd name="T36" fmla="*/ 278 w 1984"/>
                <a:gd name="T37" fmla="*/ 444 h 2794"/>
                <a:gd name="T38" fmla="*/ 206 w 1984"/>
                <a:gd name="T39" fmla="*/ 620 h 2794"/>
                <a:gd name="T40" fmla="*/ 194 w 1984"/>
                <a:gd name="T41" fmla="*/ 694 h 2794"/>
                <a:gd name="T42" fmla="*/ 210 w 1984"/>
                <a:gd name="T43" fmla="*/ 814 h 2794"/>
                <a:gd name="T44" fmla="*/ 228 w 1984"/>
                <a:gd name="T45" fmla="*/ 976 h 2794"/>
                <a:gd name="T46" fmla="*/ 210 w 1984"/>
                <a:gd name="T47" fmla="*/ 1078 h 2794"/>
                <a:gd name="T48" fmla="*/ 154 w 1984"/>
                <a:gd name="T49" fmla="*/ 1184 h 2794"/>
                <a:gd name="T50" fmla="*/ 20 w 1984"/>
                <a:gd name="T51" fmla="*/ 1396 h 2794"/>
                <a:gd name="T52" fmla="*/ 2 w 1984"/>
                <a:gd name="T53" fmla="*/ 1462 h 2794"/>
                <a:gd name="T54" fmla="*/ 22 w 1984"/>
                <a:gd name="T55" fmla="*/ 1490 h 2794"/>
                <a:gd name="T56" fmla="*/ 92 w 1984"/>
                <a:gd name="T57" fmla="*/ 1520 h 2794"/>
                <a:gd name="T58" fmla="*/ 168 w 1984"/>
                <a:gd name="T59" fmla="*/ 1532 h 2794"/>
                <a:gd name="T60" fmla="*/ 162 w 1984"/>
                <a:gd name="T61" fmla="*/ 1584 h 2794"/>
                <a:gd name="T62" fmla="*/ 144 w 1984"/>
                <a:gd name="T63" fmla="*/ 1608 h 2794"/>
                <a:gd name="T64" fmla="*/ 148 w 1984"/>
                <a:gd name="T65" fmla="*/ 1652 h 2794"/>
                <a:gd name="T66" fmla="*/ 174 w 1984"/>
                <a:gd name="T67" fmla="*/ 1688 h 2794"/>
                <a:gd name="T68" fmla="*/ 262 w 1984"/>
                <a:gd name="T69" fmla="*/ 1732 h 2794"/>
                <a:gd name="T70" fmla="*/ 232 w 1984"/>
                <a:gd name="T71" fmla="*/ 1744 h 2794"/>
                <a:gd name="T72" fmla="*/ 208 w 1984"/>
                <a:gd name="T73" fmla="*/ 1776 h 2794"/>
                <a:gd name="T74" fmla="*/ 212 w 1984"/>
                <a:gd name="T75" fmla="*/ 1806 h 2794"/>
                <a:gd name="T76" fmla="*/ 242 w 1984"/>
                <a:gd name="T77" fmla="*/ 1850 h 2794"/>
                <a:gd name="T78" fmla="*/ 286 w 1984"/>
                <a:gd name="T79" fmla="*/ 1860 h 2794"/>
                <a:gd name="T80" fmla="*/ 340 w 1984"/>
                <a:gd name="T81" fmla="*/ 1852 h 2794"/>
                <a:gd name="T82" fmla="*/ 352 w 1984"/>
                <a:gd name="T83" fmla="*/ 1864 h 2794"/>
                <a:gd name="T84" fmla="*/ 366 w 1984"/>
                <a:gd name="T85" fmla="*/ 1890 h 2794"/>
                <a:gd name="T86" fmla="*/ 344 w 1984"/>
                <a:gd name="T87" fmla="*/ 1996 h 2794"/>
                <a:gd name="T88" fmla="*/ 352 w 1984"/>
                <a:gd name="T89" fmla="*/ 2084 h 2794"/>
                <a:gd name="T90" fmla="*/ 376 w 1984"/>
                <a:gd name="T91" fmla="*/ 2132 h 2794"/>
                <a:gd name="T92" fmla="*/ 414 w 1984"/>
                <a:gd name="T93" fmla="*/ 2168 h 2794"/>
                <a:gd name="T94" fmla="*/ 460 w 1984"/>
                <a:gd name="T95" fmla="*/ 2182 h 2794"/>
                <a:gd name="T96" fmla="*/ 538 w 1984"/>
                <a:gd name="T97" fmla="*/ 2174 h 2794"/>
                <a:gd name="T98" fmla="*/ 792 w 1984"/>
                <a:gd name="T99" fmla="*/ 2314 h 2794"/>
                <a:gd name="T100" fmla="*/ 794 w 1984"/>
                <a:gd name="T101" fmla="*/ 2462 h 2794"/>
                <a:gd name="T102" fmla="*/ 746 w 1984"/>
                <a:gd name="T103" fmla="*/ 2612 h 2794"/>
                <a:gd name="T104" fmla="*/ 680 w 1984"/>
                <a:gd name="T105" fmla="*/ 2710 h 2794"/>
                <a:gd name="T106" fmla="*/ 632 w 1984"/>
                <a:gd name="T107" fmla="*/ 2754 h 2794"/>
                <a:gd name="T108" fmla="*/ 810 w 1984"/>
                <a:gd name="T109" fmla="*/ 2784 h 2794"/>
                <a:gd name="T110" fmla="*/ 992 w 1984"/>
                <a:gd name="T111" fmla="*/ 2794 h 2794"/>
                <a:gd name="T112" fmla="*/ 1194 w 1984"/>
                <a:gd name="T113" fmla="*/ 2782 h 2794"/>
                <a:gd name="T114" fmla="*/ 1452 w 1984"/>
                <a:gd name="T115" fmla="*/ 2730 h 2794"/>
                <a:gd name="T116" fmla="*/ 1694 w 1984"/>
                <a:gd name="T117" fmla="*/ 2638 h 2794"/>
                <a:gd name="T118" fmla="*/ 1914 w 1984"/>
                <a:gd name="T119" fmla="*/ 2510 h 2794"/>
                <a:gd name="T120" fmla="*/ 1918 w 1984"/>
                <a:gd name="T121" fmla="*/ 2438 h 2794"/>
                <a:gd name="T122" fmla="*/ 1720 w 1984"/>
                <a:gd name="T123" fmla="*/ 2270 h 27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984" h="2794">
                  <a:moveTo>
                    <a:pt x="1720" y="2270"/>
                  </a:moveTo>
                  <a:lnTo>
                    <a:pt x="1592" y="1724"/>
                  </a:lnTo>
                  <a:lnTo>
                    <a:pt x="1592" y="1724"/>
                  </a:lnTo>
                  <a:lnTo>
                    <a:pt x="1612" y="1704"/>
                  </a:lnTo>
                  <a:lnTo>
                    <a:pt x="1632" y="1680"/>
                  </a:lnTo>
                  <a:lnTo>
                    <a:pt x="1660" y="1650"/>
                  </a:lnTo>
                  <a:lnTo>
                    <a:pt x="1692" y="1610"/>
                  </a:lnTo>
                  <a:lnTo>
                    <a:pt x="1728" y="1562"/>
                  </a:lnTo>
                  <a:lnTo>
                    <a:pt x="1766" y="1508"/>
                  </a:lnTo>
                  <a:lnTo>
                    <a:pt x="1804" y="1446"/>
                  </a:lnTo>
                  <a:lnTo>
                    <a:pt x="1844" y="1378"/>
                  </a:lnTo>
                  <a:lnTo>
                    <a:pt x="1862" y="1342"/>
                  </a:lnTo>
                  <a:lnTo>
                    <a:pt x="1880" y="1304"/>
                  </a:lnTo>
                  <a:lnTo>
                    <a:pt x="1896" y="1266"/>
                  </a:lnTo>
                  <a:lnTo>
                    <a:pt x="1912" y="1226"/>
                  </a:lnTo>
                  <a:lnTo>
                    <a:pt x="1928" y="1184"/>
                  </a:lnTo>
                  <a:lnTo>
                    <a:pt x="1940" y="1142"/>
                  </a:lnTo>
                  <a:lnTo>
                    <a:pt x="1952" y="1098"/>
                  </a:lnTo>
                  <a:lnTo>
                    <a:pt x="1962" y="1052"/>
                  </a:lnTo>
                  <a:lnTo>
                    <a:pt x="1972" y="1008"/>
                  </a:lnTo>
                  <a:lnTo>
                    <a:pt x="1978" y="960"/>
                  </a:lnTo>
                  <a:lnTo>
                    <a:pt x="1982" y="912"/>
                  </a:lnTo>
                  <a:lnTo>
                    <a:pt x="1984" y="864"/>
                  </a:lnTo>
                  <a:lnTo>
                    <a:pt x="1984" y="814"/>
                  </a:lnTo>
                  <a:lnTo>
                    <a:pt x="1980" y="764"/>
                  </a:lnTo>
                  <a:lnTo>
                    <a:pt x="1980" y="764"/>
                  </a:lnTo>
                  <a:lnTo>
                    <a:pt x="1974" y="714"/>
                  </a:lnTo>
                  <a:lnTo>
                    <a:pt x="1966" y="666"/>
                  </a:lnTo>
                  <a:lnTo>
                    <a:pt x="1954" y="618"/>
                  </a:lnTo>
                  <a:lnTo>
                    <a:pt x="1940" y="572"/>
                  </a:lnTo>
                  <a:lnTo>
                    <a:pt x="1924" y="528"/>
                  </a:lnTo>
                  <a:lnTo>
                    <a:pt x="1904" y="484"/>
                  </a:lnTo>
                  <a:lnTo>
                    <a:pt x="1882" y="442"/>
                  </a:lnTo>
                  <a:lnTo>
                    <a:pt x="1858" y="402"/>
                  </a:lnTo>
                  <a:lnTo>
                    <a:pt x="1832" y="364"/>
                  </a:lnTo>
                  <a:lnTo>
                    <a:pt x="1804" y="326"/>
                  </a:lnTo>
                  <a:lnTo>
                    <a:pt x="1774" y="292"/>
                  </a:lnTo>
                  <a:lnTo>
                    <a:pt x="1742" y="258"/>
                  </a:lnTo>
                  <a:lnTo>
                    <a:pt x="1708" y="226"/>
                  </a:lnTo>
                  <a:lnTo>
                    <a:pt x="1674" y="196"/>
                  </a:lnTo>
                  <a:lnTo>
                    <a:pt x="1636" y="168"/>
                  </a:lnTo>
                  <a:lnTo>
                    <a:pt x="1598" y="142"/>
                  </a:lnTo>
                  <a:lnTo>
                    <a:pt x="1558" y="118"/>
                  </a:lnTo>
                  <a:lnTo>
                    <a:pt x="1516" y="96"/>
                  </a:lnTo>
                  <a:lnTo>
                    <a:pt x="1472" y="76"/>
                  </a:lnTo>
                  <a:lnTo>
                    <a:pt x="1428" y="58"/>
                  </a:lnTo>
                  <a:lnTo>
                    <a:pt x="1384" y="44"/>
                  </a:lnTo>
                  <a:lnTo>
                    <a:pt x="1338" y="30"/>
                  </a:lnTo>
                  <a:lnTo>
                    <a:pt x="1290" y="20"/>
                  </a:lnTo>
                  <a:lnTo>
                    <a:pt x="1242" y="10"/>
                  </a:lnTo>
                  <a:lnTo>
                    <a:pt x="1194" y="4"/>
                  </a:lnTo>
                  <a:lnTo>
                    <a:pt x="1144" y="0"/>
                  </a:lnTo>
                  <a:lnTo>
                    <a:pt x="1094" y="0"/>
                  </a:lnTo>
                  <a:lnTo>
                    <a:pt x="1044" y="2"/>
                  </a:lnTo>
                  <a:lnTo>
                    <a:pt x="992" y="6"/>
                  </a:lnTo>
                  <a:lnTo>
                    <a:pt x="942" y="12"/>
                  </a:lnTo>
                  <a:lnTo>
                    <a:pt x="890" y="22"/>
                  </a:lnTo>
                  <a:lnTo>
                    <a:pt x="838" y="34"/>
                  </a:lnTo>
                  <a:lnTo>
                    <a:pt x="838" y="34"/>
                  </a:lnTo>
                  <a:lnTo>
                    <a:pt x="788" y="48"/>
                  </a:lnTo>
                  <a:lnTo>
                    <a:pt x="740" y="64"/>
                  </a:lnTo>
                  <a:lnTo>
                    <a:pt x="694" y="82"/>
                  </a:lnTo>
                  <a:lnTo>
                    <a:pt x="652" y="102"/>
                  </a:lnTo>
                  <a:lnTo>
                    <a:pt x="612" y="122"/>
                  </a:lnTo>
                  <a:lnTo>
                    <a:pt x="574" y="144"/>
                  </a:lnTo>
                  <a:lnTo>
                    <a:pt x="538" y="166"/>
                  </a:lnTo>
                  <a:lnTo>
                    <a:pt x="506" y="190"/>
                  </a:lnTo>
                  <a:lnTo>
                    <a:pt x="474" y="214"/>
                  </a:lnTo>
                  <a:lnTo>
                    <a:pt x="444" y="238"/>
                  </a:lnTo>
                  <a:lnTo>
                    <a:pt x="418" y="262"/>
                  </a:lnTo>
                  <a:lnTo>
                    <a:pt x="392" y="288"/>
                  </a:lnTo>
                  <a:lnTo>
                    <a:pt x="370" y="314"/>
                  </a:lnTo>
                  <a:lnTo>
                    <a:pt x="348" y="340"/>
                  </a:lnTo>
                  <a:lnTo>
                    <a:pt x="328" y="366"/>
                  </a:lnTo>
                  <a:lnTo>
                    <a:pt x="310" y="392"/>
                  </a:lnTo>
                  <a:lnTo>
                    <a:pt x="278" y="444"/>
                  </a:lnTo>
                  <a:lnTo>
                    <a:pt x="254" y="492"/>
                  </a:lnTo>
                  <a:lnTo>
                    <a:pt x="232" y="538"/>
                  </a:lnTo>
                  <a:lnTo>
                    <a:pt x="218" y="582"/>
                  </a:lnTo>
                  <a:lnTo>
                    <a:pt x="206" y="620"/>
                  </a:lnTo>
                  <a:lnTo>
                    <a:pt x="200" y="652"/>
                  </a:lnTo>
                  <a:lnTo>
                    <a:pt x="194" y="676"/>
                  </a:lnTo>
                  <a:lnTo>
                    <a:pt x="194" y="694"/>
                  </a:lnTo>
                  <a:lnTo>
                    <a:pt x="194" y="694"/>
                  </a:lnTo>
                  <a:lnTo>
                    <a:pt x="194" y="710"/>
                  </a:lnTo>
                  <a:lnTo>
                    <a:pt x="196" y="726"/>
                  </a:lnTo>
                  <a:lnTo>
                    <a:pt x="202" y="768"/>
                  </a:lnTo>
                  <a:lnTo>
                    <a:pt x="210" y="814"/>
                  </a:lnTo>
                  <a:lnTo>
                    <a:pt x="218" y="866"/>
                  </a:lnTo>
                  <a:lnTo>
                    <a:pt x="226" y="920"/>
                  </a:lnTo>
                  <a:lnTo>
                    <a:pt x="226" y="948"/>
                  </a:lnTo>
                  <a:lnTo>
                    <a:pt x="228" y="976"/>
                  </a:lnTo>
                  <a:lnTo>
                    <a:pt x="226" y="1002"/>
                  </a:lnTo>
                  <a:lnTo>
                    <a:pt x="222" y="1028"/>
                  </a:lnTo>
                  <a:lnTo>
                    <a:pt x="218" y="1054"/>
                  </a:lnTo>
                  <a:lnTo>
                    <a:pt x="210" y="1078"/>
                  </a:lnTo>
                  <a:lnTo>
                    <a:pt x="210" y="1078"/>
                  </a:lnTo>
                  <a:lnTo>
                    <a:pt x="198" y="1104"/>
                  </a:lnTo>
                  <a:lnTo>
                    <a:pt x="186" y="1128"/>
                  </a:lnTo>
                  <a:lnTo>
                    <a:pt x="154" y="1184"/>
                  </a:lnTo>
                  <a:lnTo>
                    <a:pt x="118" y="1240"/>
                  </a:lnTo>
                  <a:lnTo>
                    <a:pt x="82" y="1296"/>
                  </a:lnTo>
                  <a:lnTo>
                    <a:pt x="48" y="1348"/>
                  </a:lnTo>
                  <a:lnTo>
                    <a:pt x="20" y="1396"/>
                  </a:lnTo>
                  <a:lnTo>
                    <a:pt x="10" y="1416"/>
                  </a:lnTo>
                  <a:lnTo>
                    <a:pt x="4" y="1434"/>
                  </a:lnTo>
                  <a:lnTo>
                    <a:pt x="0" y="1450"/>
                  </a:lnTo>
                  <a:lnTo>
                    <a:pt x="2" y="1462"/>
                  </a:lnTo>
                  <a:lnTo>
                    <a:pt x="2" y="1462"/>
                  </a:lnTo>
                  <a:lnTo>
                    <a:pt x="6" y="1472"/>
                  </a:lnTo>
                  <a:lnTo>
                    <a:pt x="14" y="1482"/>
                  </a:lnTo>
                  <a:lnTo>
                    <a:pt x="22" y="1490"/>
                  </a:lnTo>
                  <a:lnTo>
                    <a:pt x="34" y="1498"/>
                  </a:lnTo>
                  <a:lnTo>
                    <a:pt x="48" y="1504"/>
                  </a:lnTo>
                  <a:lnTo>
                    <a:pt x="62" y="1510"/>
                  </a:lnTo>
                  <a:lnTo>
                    <a:pt x="92" y="1520"/>
                  </a:lnTo>
                  <a:lnTo>
                    <a:pt x="120" y="1526"/>
                  </a:lnTo>
                  <a:lnTo>
                    <a:pt x="144" y="1530"/>
                  </a:lnTo>
                  <a:lnTo>
                    <a:pt x="168" y="1532"/>
                  </a:lnTo>
                  <a:lnTo>
                    <a:pt x="168" y="1532"/>
                  </a:lnTo>
                  <a:lnTo>
                    <a:pt x="168" y="1540"/>
                  </a:lnTo>
                  <a:lnTo>
                    <a:pt x="168" y="1562"/>
                  </a:lnTo>
                  <a:lnTo>
                    <a:pt x="166" y="1574"/>
                  </a:lnTo>
                  <a:lnTo>
                    <a:pt x="162" y="1584"/>
                  </a:lnTo>
                  <a:lnTo>
                    <a:pt x="158" y="1594"/>
                  </a:lnTo>
                  <a:lnTo>
                    <a:pt x="150" y="1600"/>
                  </a:lnTo>
                  <a:lnTo>
                    <a:pt x="150" y="1600"/>
                  </a:lnTo>
                  <a:lnTo>
                    <a:pt x="144" y="1608"/>
                  </a:lnTo>
                  <a:lnTo>
                    <a:pt x="142" y="1616"/>
                  </a:lnTo>
                  <a:lnTo>
                    <a:pt x="140" y="1626"/>
                  </a:lnTo>
                  <a:lnTo>
                    <a:pt x="142" y="1638"/>
                  </a:lnTo>
                  <a:lnTo>
                    <a:pt x="148" y="1652"/>
                  </a:lnTo>
                  <a:lnTo>
                    <a:pt x="154" y="1664"/>
                  </a:lnTo>
                  <a:lnTo>
                    <a:pt x="164" y="1676"/>
                  </a:lnTo>
                  <a:lnTo>
                    <a:pt x="174" y="1688"/>
                  </a:lnTo>
                  <a:lnTo>
                    <a:pt x="174" y="1688"/>
                  </a:lnTo>
                  <a:lnTo>
                    <a:pt x="188" y="1696"/>
                  </a:lnTo>
                  <a:lnTo>
                    <a:pt x="202" y="1706"/>
                  </a:lnTo>
                  <a:lnTo>
                    <a:pt x="232" y="1720"/>
                  </a:lnTo>
                  <a:lnTo>
                    <a:pt x="262" y="1732"/>
                  </a:lnTo>
                  <a:lnTo>
                    <a:pt x="262" y="1732"/>
                  </a:lnTo>
                  <a:lnTo>
                    <a:pt x="252" y="1734"/>
                  </a:lnTo>
                  <a:lnTo>
                    <a:pt x="244" y="1738"/>
                  </a:lnTo>
                  <a:lnTo>
                    <a:pt x="232" y="1744"/>
                  </a:lnTo>
                  <a:lnTo>
                    <a:pt x="222" y="1752"/>
                  </a:lnTo>
                  <a:lnTo>
                    <a:pt x="212" y="1762"/>
                  </a:lnTo>
                  <a:lnTo>
                    <a:pt x="210" y="1768"/>
                  </a:lnTo>
                  <a:lnTo>
                    <a:pt x="208" y="1776"/>
                  </a:lnTo>
                  <a:lnTo>
                    <a:pt x="206" y="1782"/>
                  </a:lnTo>
                  <a:lnTo>
                    <a:pt x="208" y="1790"/>
                  </a:lnTo>
                  <a:lnTo>
                    <a:pt x="208" y="1790"/>
                  </a:lnTo>
                  <a:lnTo>
                    <a:pt x="212" y="1806"/>
                  </a:lnTo>
                  <a:lnTo>
                    <a:pt x="216" y="1820"/>
                  </a:lnTo>
                  <a:lnTo>
                    <a:pt x="224" y="1832"/>
                  </a:lnTo>
                  <a:lnTo>
                    <a:pt x="232" y="1842"/>
                  </a:lnTo>
                  <a:lnTo>
                    <a:pt x="242" y="1850"/>
                  </a:lnTo>
                  <a:lnTo>
                    <a:pt x="254" y="1854"/>
                  </a:lnTo>
                  <a:lnTo>
                    <a:pt x="268" y="1858"/>
                  </a:lnTo>
                  <a:lnTo>
                    <a:pt x="286" y="1860"/>
                  </a:lnTo>
                  <a:lnTo>
                    <a:pt x="286" y="1860"/>
                  </a:lnTo>
                  <a:lnTo>
                    <a:pt x="302" y="1860"/>
                  </a:lnTo>
                  <a:lnTo>
                    <a:pt x="314" y="1858"/>
                  </a:lnTo>
                  <a:lnTo>
                    <a:pt x="334" y="1854"/>
                  </a:lnTo>
                  <a:lnTo>
                    <a:pt x="340" y="1852"/>
                  </a:lnTo>
                  <a:lnTo>
                    <a:pt x="346" y="1854"/>
                  </a:lnTo>
                  <a:lnTo>
                    <a:pt x="350" y="1858"/>
                  </a:lnTo>
                  <a:lnTo>
                    <a:pt x="352" y="1864"/>
                  </a:lnTo>
                  <a:lnTo>
                    <a:pt x="352" y="1864"/>
                  </a:lnTo>
                  <a:lnTo>
                    <a:pt x="358" y="1878"/>
                  </a:lnTo>
                  <a:lnTo>
                    <a:pt x="362" y="1886"/>
                  </a:lnTo>
                  <a:lnTo>
                    <a:pt x="366" y="1890"/>
                  </a:lnTo>
                  <a:lnTo>
                    <a:pt x="366" y="1890"/>
                  </a:lnTo>
                  <a:lnTo>
                    <a:pt x="360" y="1910"/>
                  </a:lnTo>
                  <a:lnTo>
                    <a:pt x="354" y="1934"/>
                  </a:lnTo>
                  <a:lnTo>
                    <a:pt x="348" y="1962"/>
                  </a:lnTo>
                  <a:lnTo>
                    <a:pt x="344" y="1996"/>
                  </a:lnTo>
                  <a:lnTo>
                    <a:pt x="344" y="2030"/>
                  </a:lnTo>
                  <a:lnTo>
                    <a:pt x="346" y="2048"/>
                  </a:lnTo>
                  <a:lnTo>
                    <a:pt x="348" y="2066"/>
                  </a:lnTo>
                  <a:lnTo>
                    <a:pt x="352" y="2084"/>
                  </a:lnTo>
                  <a:lnTo>
                    <a:pt x="360" y="2102"/>
                  </a:lnTo>
                  <a:lnTo>
                    <a:pt x="360" y="2102"/>
                  </a:lnTo>
                  <a:lnTo>
                    <a:pt x="368" y="2118"/>
                  </a:lnTo>
                  <a:lnTo>
                    <a:pt x="376" y="2132"/>
                  </a:lnTo>
                  <a:lnTo>
                    <a:pt x="384" y="2144"/>
                  </a:lnTo>
                  <a:lnTo>
                    <a:pt x="394" y="2154"/>
                  </a:lnTo>
                  <a:lnTo>
                    <a:pt x="404" y="2162"/>
                  </a:lnTo>
                  <a:lnTo>
                    <a:pt x="414" y="2168"/>
                  </a:lnTo>
                  <a:lnTo>
                    <a:pt x="426" y="2174"/>
                  </a:lnTo>
                  <a:lnTo>
                    <a:pt x="436" y="2178"/>
                  </a:lnTo>
                  <a:lnTo>
                    <a:pt x="448" y="2180"/>
                  </a:lnTo>
                  <a:lnTo>
                    <a:pt x="460" y="2182"/>
                  </a:lnTo>
                  <a:lnTo>
                    <a:pt x="484" y="2182"/>
                  </a:lnTo>
                  <a:lnTo>
                    <a:pt x="510" y="2180"/>
                  </a:lnTo>
                  <a:lnTo>
                    <a:pt x="538" y="2174"/>
                  </a:lnTo>
                  <a:lnTo>
                    <a:pt x="538" y="2174"/>
                  </a:lnTo>
                  <a:lnTo>
                    <a:pt x="672" y="2136"/>
                  </a:lnTo>
                  <a:lnTo>
                    <a:pt x="754" y="2114"/>
                  </a:lnTo>
                  <a:lnTo>
                    <a:pt x="792" y="2314"/>
                  </a:lnTo>
                  <a:lnTo>
                    <a:pt x="792" y="2314"/>
                  </a:lnTo>
                  <a:lnTo>
                    <a:pt x="796" y="2340"/>
                  </a:lnTo>
                  <a:lnTo>
                    <a:pt x="798" y="2366"/>
                  </a:lnTo>
                  <a:lnTo>
                    <a:pt x="798" y="2416"/>
                  </a:lnTo>
                  <a:lnTo>
                    <a:pt x="794" y="2462"/>
                  </a:lnTo>
                  <a:lnTo>
                    <a:pt x="786" y="2504"/>
                  </a:lnTo>
                  <a:lnTo>
                    <a:pt x="774" y="2544"/>
                  </a:lnTo>
                  <a:lnTo>
                    <a:pt x="760" y="2580"/>
                  </a:lnTo>
                  <a:lnTo>
                    <a:pt x="746" y="2612"/>
                  </a:lnTo>
                  <a:lnTo>
                    <a:pt x="730" y="2642"/>
                  </a:lnTo>
                  <a:lnTo>
                    <a:pt x="712" y="2668"/>
                  </a:lnTo>
                  <a:lnTo>
                    <a:pt x="696" y="2690"/>
                  </a:lnTo>
                  <a:lnTo>
                    <a:pt x="680" y="2710"/>
                  </a:lnTo>
                  <a:lnTo>
                    <a:pt x="664" y="2726"/>
                  </a:lnTo>
                  <a:lnTo>
                    <a:pt x="642" y="2746"/>
                  </a:lnTo>
                  <a:lnTo>
                    <a:pt x="632" y="2754"/>
                  </a:lnTo>
                  <a:lnTo>
                    <a:pt x="632" y="2754"/>
                  </a:lnTo>
                  <a:lnTo>
                    <a:pt x="676" y="2764"/>
                  </a:lnTo>
                  <a:lnTo>
                    <a:pt x="720" y="2772"/>
                  </a:lnTo>
                  <a:lnTo>
                    <a:pt x="764" y="2778"/>
                  </a:lnTo>
                  <a:lnTo>
                    <a:pt x="810" y="2784"/>
                  </a:lnTo>
                  <a:lnTo>
                    <a:pt x="854" y="2790"/>
                  </a:lnTo>
                  <a:lnTo>
                    <a:pt x="900" y="2792"/>
                  </a:lnTo>
                  <a:lnTo>
                    <a:pt x="946" y="2794"/>
                  </a:lnTo>
                  <a:lnTo>
                    <a:pt x="992" y="2794"/>
                  </a:lnTo>
                  <a:lnTo>
                    <a:pt x="992" y="2794"/>
                  </a:lnTo>
                  <a:lnTo>
                    <a:pt x="1060" y="2794"/>
                  </a:lnTo>
                  <a:lnTo>
                    <a:pt x="1128" y="2790"/>
                  </a:lnTo>
                  <a:lnTo>
                    <a:pt x="1194" y="2782"/>
                  </a:lnTo>
                  <a:lnTo>
                    <a:pt x="1260" y="2774"/>
                  </a:lnTo>
                  <a:lnTo>
                    <a:pt x="1326" y="2760"/>
                  </a:lnTo>
                  <a:lnTo>
                    <a:pt x="1390" y="2746"/>
                  </a:lnTo>
                  <a:lnTo>
                    <a:pt x="1452" y="2730"/>
                  </a:lnTo>
                  <a:lnTo>
                    <a:pt x="1514" y="2710"/>
                  </a:lnTo>
                  <a:lnTo>
                    <a:pt x="1576" y="2688"/>
                  </a:lnTo>
                  <a:lnTo>
                    <a:pt x="1634" y="2664"/>
                  </a:lnTo>
                  <a:lnTo>
                    <a:pt x="1694" y="2638"/>
                  </a:lnTo>
                  <a:lnTo>
                    <a:pt x="1750" y="2610"/>
                  </a:lnTo>
                  <a:lnTo>
                    <a:pt x="1806" y="2578"/>
                  </a:lnTo>
                  <a:lnTo>
                    <a:pt x="1862" y="2546"/>
                  </a:lnTo>
                  <a:lnTo>
                    <a:pt x="1914" y="2510"/>
                  </a:lnTo>
                  <a:lnTo>
                    <a:pt x="1966" y="2474"/>
                  </a:lnTo>
                  <a:lnTo>
                    <a:pt x="1966" y="2474"/>
                  </a:lnTo>
                  <a:lnTo>
                    <a:pt x="1948" y="2462"/>
                  </a:lnTo>
                  <a:lnTo>
                    <a:pt x="1918" y="2438"/>
                  </a:lnTo>
                  <a:lnTo>
                    <a:pt x="1838" y="2370"/>
                  </a:lnTo>
                  <a:lnTo>
                    <a:pt x="1720" y="2270"/>
                  </a:lnTo>
                  <a:lnTo>
                    <a:pt x="1720" y="2270"/>
                  </a:lnTo>
                  <a:close/>
                  <a:moveTo>
                    <a:pt x="1720" y="2270"/>
                  </a:moveTo>
                  <a:lnTo>
                    <a:pt x="1720" y="2270"/>
                  </a:lnTo>
                  <a:close/>
                </a:path>
              </a:pathLst>
            </a:custGeom>
            <a:solidFill>
              <a:schemeClr val="bg1"/>
            </a:solidFill>
            <a:ln>
              <a:noFill/>
            </a:ln>
          </p:spPr>
          <p:txBody>
            <a:bodyPr vert="horz" wrap="square" lIns="91440" tIns="45721" rIns="91440" bIns="45721"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1" b="0" i="0" u="none" strike="noStrike" kern="1200" cap="none" spc="0" normalizeH="0" baseline="0" noProof="0">
                <a:ln>
                  <a:noFill/>
                </a:ln>
                <a:solidFill>
                  <a:prstClr val="black"/>
                </a:solidFill>
                <a:effectLst/>
                <a:uLnTx/>
                <a:uFillTx/>
                <a:latin typeface="Verdana"/>
                <a:ea typeface="+mn-ea"/>
                <a:cs typeface="+mn-cs"/>
              </a:endParaRPr>
            </a:p>
          </p:txBody>
        </p:sp>
        <p:sp>
          <p:nvSpPr>
            <p:cNvPr id="166" name="Freeform 329">
              <a:extLst>
                <a:ext uri="{FF2B5EF4-FFF2-40B4-BE49-F238E27FC236}">
                  <a16:creationId xmlns:a16="http://schemas.microsoft.com/office/drawing/2014/main" id="{62F85A27-B802-4AA6-95F2-7475AE111671}"/>
                </a:ext>
              </a:extLst>
            </p:cNvPr>
            <p:cNvSpPr>
              <a:spLocks/>
            </p:cNvSpPr>
            <p:nvPr/>
          </p:nvSpPr>
          <p:spPr bwMode="auto">
            <a:xfrm>
              <a:off x="3797275" y="4725354"/>
              <a:ext cx="175107" cy="246598"/>
            </a:xfrm>
            <a:custGeom>
              <a:avLst/>
              <a:gdLst>
                <a:gd name="T0" fmla="*/ 1612 w 1984"/>
                <a:gd name="T1" fmla="*/ 1704 h 2794"/>
                <a:gd name="T2" fmla="*/ 1728 w 1984"/>
                <a:gd name="T3" fmla="*/ 1562 h 2794"/>
                <a:gd name="T4" fmla="*/ 1862 w 1984"/>
                <a:gd name="T5" fmla="*/ 1342 h 2794"/>
                <a:gd name="T6" fmla="*/ 1928 w 1984"/>
                <a:gd name="T7" fmla="*/ 1184 h 2794"/>
                <a:gd name="T8" fmla="*/ 1972 w 1984"/>
                <a:gd name="T9" fmla="*/ 1008 h 2794"/>
                <a:gd name="T10" fmla="*/ 1984 w 1984"/>
                <a:gd name="T11" fmla="*/ 814 h 2794"/>
                <a:gd name="T12" fmla="*/ 1966 w 1984"/>
                <a:gd name="T13" fmla="*/ 666 h 2794"/>
                <a:gd name="T14" fmla="*/ 1904 w 1984"/>
                <a:gd name="T15" fmla="*/ 484 h 2794"/>
                <a:gd name="T16" fmla="*/ 1804 w 1984"/>
                <a:gd name="T17" fmla="*/ 326 h 2794"/>
                <a:gd name="T18" fmla="*/ 1674 w 1984"/>
                <a:gd name="T19" fmla="*/ 196 h 2794"/>
                <a:gd name="T20" fmla="*/ 1516 w 1984"/>
                <a:gd name="T21" fmla="*/ 96 h 2794"/>
                <a:gd name="T22" fmla="*/ 1338 w 1984"/>
                <a:gd name="T23" fmla="*/ 30 h 2794"/>
                <a:gd name="T24" fmla="*/ 1144 w 1984"/>
                <a:gd name="T25" fmla="*/ 0 h 2794"/>
                <a:gd name="T26" fmla="*/ 942 w 1984"/>
                <a:gd name="T27" fmla="*/ 12 h 2794"/>
                <a:gd name="T28" fmla="*/ 788 w 1984"/>
                <a:gd name="T29" fmla="*/ 48 h 2794"/>
                <a:gd name="T30" fmla="*/ 612 w 1984"/>
                <a:gd name="T31" fmla="*/ 122 h 2794"/>
                <a:gd name="T32" fmla="*/ 474 w 1984"/>
                <a:gd name="T33" fmla="*/ 214 h 2794"/>
                <a:gd name="T34" fmla="*/ 370 w 1984"/>
                <a:gd name="T35" fmla="*/ 314 h 2794"/>
                <a:gd name="T36" fmla="*/ 278 w 1984"/>
                <a:gd name="T37" fmla="*/ 444 h 2794"/>
                <a:gd name="T38" fmla="*/ 206 w 1984"/>
                <a:gd name="T39" fmla="*/ 620 h 2794"/>
                <a:gd name="T40" fmla="*/ 194 w 1984"/>
                <a:gd name="T41" fmla="*/ 694 h 2794"/>
                <a:gd name="T42" fmla="*/ 210 w 1984"/>
                <a:gd name="T43" fmla="*/ 814 h 2794"/>
                <a:gd name="T44" fmla="*/ 228 w 1984"/>
                <a:gd name="T45" fmla="*/ 976 h 2794"/>
                <a:gd name="T46" fmla="*/ 210 w 1984"/>
                <a:gd name="T47" fmla="*/ 1078 h 2794"/>
                <a:gd name="T48" fmla="*/ 154 w 1984"/>
                <a:gd name="T49" fmla="*/ 1184 h 2794"/>
                <a:gd name="T50" fmla="*/ 20 w 1984"/>
                <a:gd name="T51" fmla="*/ 1396 h 2794"/>
                <a:gd name="T52" fmla="*/ 2 w 1984"/>
                <a:gd name="T53" fmla="*/ 1462 h 2794"/>
                <a:gd name="T54" fmla="*/ 22 w 1984"/>
                <a:gd name="T55" fmla="*/ 1490 h 2794"/>
                <a:gd name="T56" fmla="*/ 92 w 1984"/>
                <a:gd name="T57" fmla="*/ 1520 h 2794"/>
                <a:gd name="T58" fmla="*/ 168 w 1984"/>
                <a:gd name="T59" fmla="*/ 1532 h 2794"/>
                <a:gd name="T60" fmla="*/ 162 w 1984"/>
                <a:gd name="T61" fmla="*/ 1584 h 2794"/>
                <a:gd name="T62" fmla="*/ 144 w 1984"/>
                <a:gd name="T63" fmla="*/ 1608 h 2794"/>
                <a:gd name="T64" fmla="*/ 148 w 1984"/>
                <a:gd name="T65" fmla="*/ 1652 h 2794"/>
                <a:gd name="T66" fmla="*/ 174 w 1984"/>
                <a:gd name="T67" fmla="*/ 1688 h 2794"/>
                <a:gd name="T68" fmla="*/ 262 w 1984"/>
                <a:gd name="T69" fmla="*/ 1732 h 2794"/>
                <a:gd name="T70" fmla="*/ 232 w 1984"/>
                <a:gd name="T71" fmla="*/ 1744 h 2794"/>
                <a:gd name="T72" fmla="*/ 208 w 1984"/>
                <a:gd name="T73" fmla="*/ 1776 h 2794"/>
                <a:gd name="T74" fmla="*/ 212 w 1984"/>
                <a:gd name="T75" fmla="*/ 1806 h 2794"/>
                <a:gd name="T76" fmla="*/ 242 w 1984"/>
                <a:gd name="T77" fmla="*/ 1850 h 2794"/>
                <a:gd name="T78" fmla="*/ 286 w 1984"/>
                <a:gd name="T79" fmla="*/ 1860 h 2794"/>
                <a:gd name="T80" fmla="*/ 340 w 1984"/>
                <a:gd name="T81" fmla="*/ 1852 h 2794"/>
                <a:gd name="T82" fmla="*/ 352 w 1984"/>
                <a:gd name="T83" fmla="*/ 1864 h 2794"/>
                <a:gd name="T84" fmla="*/ 366 w 1984"/>
                <a:gd name="T85" fmla="*/ 1890 h 2794"/>
                <a:gd name="T86" fmla="*/ 344 w 1984"/>
                <a:gd name="T87" fmla="*/ 1996 h 2794"/>
                <a:gd name="T88" fmla="*/ 352 w 1984"/>
                <a:gd name="T89" fmla="*/ 2084 h 2794"/>
                <a:gd name="T90" fmla="*/ 376 w 1984"/>
                <a:gd name="T91" fmla="*/ 2132 h 2794"/>
                <a:gd name="T92" fmla="*/ 414 w 1984"/>
                <a:gd name="T93" fmla="*/ 2168 h 2794"/>
                <a:gd name="T94" fmla="*/ 460 w 1984"/>
                <a:gd name="T95" fmla="*/ 2182 h 2794"/>
                <a:gd name="T96" fmla="*/ 538 w 1984"/>
                <a:gd name="T97" fmla="*/ 2174 h 2794"/>
                <a:gd name="T98" fmla="*/ 792 w 1984"/>
                <a:gd name="T99" fmla="*/ 2314 h 2794"/>
                <a:gd name="T100" fmla="*/ 794 w 1984"/>
                <a:gd name="T101" fmla="*/ 2462 h 2794"/>
                <a:gd name="T102" fmla="*/ 746 w 1984"/>
                <a:gd name="T103" fmla="*/ 2612 h 2794"/>
                <a:gd name="T104" fmla="*/ 680 w 1984"/>
                <a:gd name="T105" fmla="*/ 2710 h 2794"/>
                <a:gd name="T106" fmla="*/ 632 w 1984"/>
                <a:gd name="T107" fmla="*/ 2754 h 2794"/>
                <a:gd name="T108" fmla="*/ 810 w 1984"/>
                <a:gd name="T109" fmla="*/ 2784 h 2794"/>
                <a:gd name="T110" fmla="*/ 992 w 1984"/>
                <a:gd name="T111" fmla="*/ 2794 h 2794"/>
                <a:gd name="T112" fmla="*/ 1194 w 1984"/>
                <a:gd name="T113" fmla="*/ 2782 h 2794"/>
                <a:gd name="T114" fmla="*/ 1452 w 1984"/>
                <a:gd name="T115" fmla="*/ 2730 h 2794"/>
                <a:gd name="T116" fmla="*/ 1694 w 1984"/>
                <a:gd name="T117" fmla="*/ 2638 h 2794"/>
                <a:gd name="T118" fmla="*/ 1914 w 1984"/>
                <a:gd name="T119" fmla="*/ 2510 h 2794"/>
                <a:gd name="T120" fmla="*/ 1918 w 1984"/>
                <a:gd name="T121" fmla="*/ 2438 h 27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984" h="2794">
                  <a:moveTo>
                    <a:pt x="1720" y="2270"/>
                  </a:moveTo>
                  <a:lnTo>
                    <a:pt x="1592" y="1724"/>
                  </a:lnTo>
                  <a:lnTo>
                    <a:pt x="1592" y="1724"/>
                  </a:lnTo>
                  <a:lnTo>
                    <a:pt x="1612" y="1704"/>
                  </a:lnTo>
                  <a:lnTo>
                    <a:pt x="1632" y="1680"/>
                  </a:lnTo>
                  <a:lnTo>
                    <a:pt x="1660" y="1650"/>
                  </a:lnTo>
                  <a:lnTo>
                    <a:pt x="1692" y="1610"/>
                  </a:lnTo>
                  <a:lnTo>
                    <a:pt x="1728" y="1562"/>
                  </a:lnTo>
                  <a:lnTo>
                    <a:pt x="1766" y="1508"/>
                  </a:lnTo>
                  <a:lnTo>
                    <a:pt x="1804" y="1446"/>
                  </a:lnTo>
                  <a:lnTo>
                    <a:pt x="1844" y="1378"/>
                  </a:lnTo>
                  <a:lnTo>
                    <a:pt x="1862" y="1342"/>
                  </a:lnTo>
                  <a:lnTo>
                    <a:pt x="1880" y="1304"/>
                  </a:lnTo>
                  <a:lnTo>
                    <a:pt x="1896" y="1266"/>
                  </a:lnTo>
                  <a:lnTo>
                    <a:pt x="1912" y="1226"/>
                  </a:lnTo>
                  <a:lnTo>
                    <a:pt x="1928" y="1184"/>
                  </a:lnTo>
                  <a:lnTo>
                    <a:pt x="1940" y="1142"/>
                  </a:lnTo>
                  <a:lnTo>
                    <a:pt x="1952" y="1098"/>
                  </a:lnTo>
                  <a:lnTo>
                    <a:pt x="1962" y="1052"/>
                  </a:lnTo>
                  <a:lnTo>
                    <a:pt x="1972" y="1008"/>
                  </a:lnTo>
                  <a:lnTo>
                    <a:pt x="1978" y="960"/>
                  </a:lnTo>
                  <a:lnTo>
                    <a:pt x="1982" y="912"/>
                  </a:lnTo>
                  <a:lnTo>
                    <a:pt x="1984" y="864"/>
                  </a:lnTo>
                  <a:lnTo>
                    <a:pt x="1984" y="814"/>
                  </a:lnTo>
                  <a:lnTo>
                    <a:pt x="1980" y="764"/>
                  </a:lnTo>
                  <a:lnTo>
                    <a:pt x="1980" y="764"/>
                  </a:lnTo>
                  <a:lnTo>
                    <a:pt x="1974" y="714"/>
                  </a:lnTo>
                  <a:lnTo>
                    <a:pt x="1966" y="666"/>
                  </a:lnTo>
                  <a:lnTo>
                    <a:pt x="1954" y="618"/>
                  </a:lnTo>
                  <a:lnTo>
                    <a:pt x="1940" y="572"/>
                  </a:lnTo>
                  <a:lnTo>
                    <a:pt x="1924" y="528"/>
                  </a:lnTo>
                  <a:lnTo>
                    <a:pt x="1904" y="484"/>
                  </a:lnTo>
                  <a:lnTo>
                    <a:pt x="1882" y="442"/>
                  </a:lnTo>
                  <a:lnTo>
                    <a:pt x="1858" y="402"/>
                  </a:lnTo>
                  <a:lnTo>
                    <a:pt x="1832" y="364"/>
                  </a:lnTo>
                  <a:lnTo>
                    <a:pt x="1804" y="326"/>
                  </a:lnTo>
                  <a:lnTo>
                    <a:pt x="1774" y="292"/>
                  </a:lnTo>
                  <a:lnTo>
                    <a:pt x="1742" y="258"/>
                  </a:lnTo>
                  <a:lnTo>
                    <a:pt x="1708" y="226"/>
                  </a:lnTo>
                  <a:lnTo>
                    <a:pt x="1674" y="196"/>
                  </a:lnTo>
                  <a:lnTo>
                    <a:pt x="1636" y="168"/>
                  </a:lnTo>
                  <a:lnTo>
                    <a:pt x="1598" y="142"/>
                  </a:lnTo>
                  <a:lnTo>
                    <a:pt x="1558" y="118"/>
                  </a:lnTo>
                  <a:lnTo>
                    <a:pt x="1516" y="96"/>
                  </a:lnTo>
                  <a:lnTo>
                    <a:pt x="1472" y="76"/>
                  </a:lnTo>
                  <a:lnTo>
                    <a:pt x="1428" y="58"/>
                  </a:lnTo>
                  <a:lnTo>
                    <a:pt x="1384" y="44"/>
                  </a:lnTo>
                  <a:lnTo>
                    <a:pt x="1338" y="30"/>
                  </a:lnTo>
                  <a:lnTo>
                    <a:pt x="1290" y="20"/>
                  </a:lnTo>
                  <a:lnTo>
                    <a:pt x="1242" y="10"/>
                  </a:lnTo>
                  <a:lnTo>
                    <a:pt x="1194" y="4"/>
                  </a:lnTo>
                  <a:lnTo>
                    <a:pt x="1144" y="0"/>
                  </a:lnTo>
                  <a:lnTo>
                    <a:pt x="1094" y="0"/>
                  </a:lnTo>
                  <a:lnTo>
                    <a:pt x="1044" y="2"/>
                  </a:lnTo>
                  <a:lnTo>
                    <a:pt x="992" y="6"/>
                  </a:lnTo>
                  <a:lnTo>
                    <a:pt x="942" y="12"/>
                  </a:lnTo>
                  <a:lnTo>
                    <a:pt x="890" y="22"/>
                  </a:lnTo>
                  <a:lnTo>
                    <a:pt x="838" y="34"/>
                  </a:lnTo>
                  <a:lnTo>
                    <a:pt x="838" y="34"/>
                  </a:lnTo>
                  <a:lnTo>
                    <a:pt x="788" y="48"/>
                  </a:lnTo>
                  <a:lnTo>
                    <a:pt x="740" y="64"/>
                  </a:lnTo>
                  <a:lnTo>
                    <a:pt x="694" y="82"/>
                  </a:lnTo>
                  <a:lnTo>
                    <a:pt x="652" y="102"/>
                  </a:lnTo>
                  <a:lnTo>
                    <a:pt x="612" y="122"/>
                  </a:lnTo>
                  <a:lnTo>
                    <a:pt x="574" y="144"/>
                  </a:lnTo>
                  <a:lnTo>
                    <a:pt x="538" y="166"/>
                  </a:lnTo>
                  <a:lnTo>
                    <a:pt x="506" y="190"/>
                  </a:lnTo>
                  <a:lnTo>
                    <a:pt x="474" y="214"/>
                  </a:lnTo>
                  <a:lnTo>
                    <a:pt x="444" y="238"/>
                  </a:lnTo>
                  <a:lnTo>
                    <a:pt x="418" y="262"/>
                  </a:lnTo>
                  <a:lnTo>
                    <a:pt x="392" y="288"/>
                  </a:lnTo>
                  <a:lnTo>
                    <a:pt x="370" y="314"/>
                  </a:lnTo>
                  <a:lnTo>
                    <a:pt x="348" y="340"/>
                  </a:lnTo>
                  <a:lnTo>
                    <a:pt x="328" y="366"/>
                  </a:lnTo>
                  <a:lnTo>
                    <a:pt x="310" y="392"/>
                  </a:lnTo>
                  <a:lnTo>
                    <a:pt x="278" y="444"/>
                  </a:lnTo>
                  <a:lnTo>
                    <a:pt x="254" y="492"/>
                  </a:lnTo>
                  <a:lnTo>
                    <a:pt x="232" y="538"/>
                  </a:lnTo>
                  <a:lnTo>
                    <a:pt x="218" y="582"/>
                  </a:lnTo>
                  <a:lnTo>
                    <a:pt x="206" y="620"/>
                  </a:lnTo>
                  <a:lnTo>
                    <a:pt x="200" y="652"/>
                  </a:lnTo>
                  <a:lnTo>
                    <a:pt x="194" y="676"/>
                  </a:lnTo>
                  <a:lnTo>
                    <a:pt x="194" y="694"/>
                  </a:lnTo>
                  <a:lnTo>
                    <a:pt x="194" y="694"/>
                  </a:lnTo>
                  <a:lnTo>
                    <a:pt x="194" y="710"/>
                  </a:lnTo>
                  <a:lnTo>
                    <a:pt x="196" y="726"/>
                  </a:lnTo>
                  <a:lnTo>
                    <a:pt x="202" y="768"/>
                  </a:lnTo>
                  <a:lnTo>
                    <a:pt x="210" y="814"/>
                  </a:lnTo>
                  <a:lnTo>
                    <a:pt x="218" y="866"/>
                  </a:lnTo>
                  <a:lnTo>
                    <a:pt x="226" y="920"/>
                  </a:lnTo>
                  <a:lnTo>
                    <a:pt x="226" y="948"/>
                  </a:lnTo>
                  <a:lnTo>
                    <a:pt x="228" y="976"/>
                  </a:lnTo>
                  <a:lnTo>
                    <a:pt x="226" y="1002"/>
                  </a:lnTo>
                  <a:lnTo>
                    <a:pt x="222" y="1028"/>
                  </a:lnTo>
                  <a:lnTo>
                    <a:pt x="218" y="1054"/>
                  </a:lnTo>
                  <a:lnTo>
                    <a:pt x="210" y="1078"/>
                  </a:lnTo>
                  <a:lnTo>
                    <a:pt x="210" y="1078"/>
                  </a:lnTo>
                  <a:lnTo>
                    <a:pt x="198" y="1104"/>
                  </a:lnTo>
                  <a:lnTo>
                    <a:pt x="186" y="1128"/>
                  </a:lnTo>
                  <a:lnTo>
                    <a:pt x="154" y="1184"/>
                  </a:lnTo>
                  <a:lnTo>
                    <a:pt x="118" y="1240"/>
                  </a:lnTo>
                  <a:lnTo>
                    <a:pt x="82" y="1296"/>
                  </a:lnTo>
                  <a:lnTo>
                    <a:pt x="48" y="1348"/>
                  </a:lnTo>
                  <a:lnTo>
                    <a:pt x="20" y="1396"/>
                  </a:lnTo>
                  <a:lnTo>
                    <a:pt x="10" y="1416"/>
                  </a:lnTo>
                  <a:lnTo>
                    <a:pt x="4" y="1434"/>
                  </a:lnTo>
                  <a:lnTo>
                    <a:pt x="0" y="1450"/>
                  </a:lnTo>
                  <a:lnTo>
                    <a:pt x="2" y="1462"/>
                  </a:lnTo>
                  <a:lnTo>
                    <a:pt x="2" y="1462"/>
                  </a:lnTo>
                  <a:lnTo>
                    <a:pt x="6" y="1472"/>
                  </a:lnTo>
                  <a:lnTo>
                    <a:pt x="14" y="1482"/>
                  </a:lnTo>
                  <a:lnTo>
                    <a:pt x="22" y="1490"/>
                  </a:lnTo>
                  <a:lnTo>
                    <a:pt x="34" y="1498"/>
                  </a:lnTo>
                  <a:lnTo>
                    <a:pt x="48" y="1504"/>
                  </a:lnTo>
                  <a:lnTo>
                    <a:pt x="62" y="1510"/>
                  </a:lnTo>
                  <a:lnTo>
                    <a:pt x="92" y="1520"/>
                  </a:lnTo>
                  <a:lnTo>
                    <a:pt x="120" y="1526"/>
                  </a:lnTo>
                  <a:lnTo>
                    <a:pt x="144" y="1530"/>
                  </a:lnTo>
                  <a:lnTo>
                    <a:pt x="168" y="1532"/>
                  </a:lnTo>
                  <a:lnTo>
                    <a:pt x="168" y="1532"/>
                  </a:lnTo>
                  <a:lnTo>
                    <a:pt x="168" y="1540"/>
                  </a:lnTo>
                  <a:lnTo>
                    <a:pt x="168" y="1562"/>
                  </a:lnTo>
                  <a:lnTo>
                    <a:pt x="166" y="1574"/>
                  </a:lnTo>
                  <a:lnTo>
                    <a:pt x="162" y="1584"/>
                  </a:lnTo>
                  <a:lnTo>
                    <a:pt x="158" y="1594"/>
                  </a:lnTo>
                  <a:lnTo>
                    <a:pt x="150" y="1600"/>
                  </a:lnTo>
                  <a:lnTo>
                    <a:pt x="150" y="1600"/>
                  </a:lnTo>
                  <a:lnTo>
                    <a:pt x="144" y="1608"/>
                  </a:lnTo>
                  <a:lnTo>
                    <a:pt x="142" y="1616"/>
                  </a:lnTo>
                  <a:lnTo>
                    <a:pt x="140" y="1626"/>
                  </a:lnTo>
                  <a:lnTo>
                    <a:pt x="142" y="1638"/>
                  </a:lnTo>
                  <a:lnTo>
                    <a:pt x="148" y="1652"/>
                  </a:lnTo>
                  <a:lnTo>
                    <a:pt x="154" y="1664"/>
                  </a:lnTo>
                  <a:lnTo>
                    <a:pt x="164" y="1676"/>
                  </a:lnTo>
                  <a:lnTo>
                    <a:pt x="174" y="1688"/>
                  </a:lnTo>
                  <a:lnTo>
                    <a:pt x="174" y="1688"/>
                  </a:lnTo>
                  <a:lnTo>
                    <a:pt x="188" y="1696"/>
                  </a:lnTo>
                  <a:lnTo>
                    <a:pt x="202" y="1706"/>
                  </a:lnTo>
                  <a:lnTo>
                    <a:pt x="232" y="1720"/>
                  </a:lnTo>
                  <a:lnTo>
                    <a:pt x="262" y="1732"/>
                  </a:lnTo>
                  <a:lnTo>
                    <a:pt x="262" y="1732"/>
                  </a:lnTo>
                  <a:lnTo>
                    <a:pt x="252" y="1734"/>
                  </a:lnTo>
                  <a:lnTo>
                    <a:pt x="244" y="1738"/>
                  </a:lnTo>
                  <a:lnTo>
                    <a:pt x="232" y="1744"/>
                  </a:lnTo>
                  <a:lnTo>
                    <a:pt x="222" y="1752"/>
                  </a:lnTo>
                  <a:lnTo>
                    <a:pt x="212" y="1762"/>
                  </a:lnTo>
                  <a:lnTo>
                    <a:pt x="210" y="1768"/>
                  </a:lnTo>
                  <a:lnTo>
                    <a:pt x="208" y="1776"/>
                  </a:lnTo>
                  <a:lnTo>
                    <a:pt x="206" y="1782"/>
                  </a:lnTo>
                  <a:lnTo>
                    <a:pt x="208" y="1790"/>
                  </a:lnTo>
                  <a:lnTo>
                    <a:pt x="208" y="1790"/>
                  </a:lnTo>
                  <a:lnTo>
                    <a:pt x="212" y="1806"/>
                  </a:lnTo>
                  <a:lnTo>
                    <a:pt x="216" y="1820"/>
                  </a:lnTo>
                  <a:lnTo>
                    <a:pt x="224" y="1832"/>
                  </a:lnTo>
                  <a:lnTo>
                    <a:pt x="232" y="1842"/>
                  </a:lnTo>
                  <a:lnTo>
                    <a:pt x="242" y="1850"/>
                  </a:lnTo>
                  <a:lnTo>
                    <a:pt x="254" y="1854"/>
                  </a:lnTo>
                  <a:lnTo>
                    <a:pt x="268" y="1858"/>
                  </a:lnTo>
                  <a:lnTo>
                    <a:pt x="286" y="1860"/>
                  </a:lnTo>
                  <a:lnTo>
                    <a:pt x="286" y="1860"/>
                  </a:lnTo>
                  <a:lnTo>
                    <a:pt x="302" y="1860"/>
                  </a:lnTo>
                  <a:lnTo>
                    <a:pt x="314" y="1858"/>
                  </a:lnTo>
                  <a:lnTo>
                    <a:pt x="334" y="1854"/>
                  </a:lnTo>
                  <a:lnTo>
                    <a:pt x="340" y="1852"/>
                  </a:lnTo>
                  <a:lnTo>
                    <a:pt x="346" y="1854"/>
                  </a:lnTo>
                  <a:lnTo>
                    <a:pt x="350" y="1858"/>
                  </a:lnTo>
                  <a:lnTo>
                    <a:pt x="352" y="1864"/>
                  </a:lnTo>
                  <a:lnTo>
                    <a:pt x="352" y="1864"/>
                  </a:lnTo>
                  <a:lnTo>
                    <a:pt x="358" y="1878"/>
                  </a:lnTo>
                  <a:lnTo>
                    <a:pt x="362" y="1886"/>
                  </a:lnTo>
                  <a:lnTo>
                    <a:pt x="366" y="1890"/>
                  </a:lnTo>
                  <a:lnTo>
                    <a:pt x="366" y="1890"/>
                  </a:lnTo>
                  <a:lnTo>
                    <a:pt x="360" y="1910"/>
                  </a:lnTo>
                  <a:lnTo>
                    <a:pt x="354" y="1934"/>
                  </a:lnTo>
                  <a:lnTo>
                    <a:pt x="348" y="1962"/>
                  </a:lnTo>
                  <a:lnTo>
                    <a:pt x="344" y="1996"/>
                  </a:lnTo>
                  <a:lnTo>
                    <a:pt x="344" y="2030"/>
                  </a:lnTo>
                  <a:lnTo>
                    <a:pt x="346" y="2048"/>
                  </a:lnTo>
                  <a:lnTo>
                    <a:pt x="348" y="2066"/>
                  </a:lnTo>
                  <a:lnTo>
                    <a:pt x="352" y="2084"/>
                  </a:lnTo>
                  <a:lnTo>
                    <a:pt x="360" y="2102"/>
                  </a:lnTo>
                  <a:lnTo>
                    <a:pt x="360" y="2102"/>
                  </a:lnTo>
                  <a:lnTo>
                    <a:pt x="368" y="2118"/>
                  </a:lnTo>
                  <a:lnTo>
                    <a:pt x="376" y="2132"/>
                  </a:lnTo>
                  <a:lnTo>
                    <a:pt x="384" y="2144"/>
                  </a:lnTo>
                  <a:lnTo>
                    <a:pt x="394" y="2154"/>
                  </a:lnTo>
                  <a:lnTo>
                    <a:pt x="404" y="2162"/>
                  </a:lnTo>
                  <a:lnTo>
                    <a:pt x="414" y="2168"/>
                  </a:lnTo>
                  <a:lnTo>
                    <a:pt x="426" y="2174"/>
                  </a:lnTo>
                  <a:lnTo>
                    <a:pt x="436" y="2178"/>
                  </a:lnTo>
                  <a:lnTo>
                    <a:pt x="448" y="2180"/>
                  </a:lnTo>
                  <a:lnTo>
                    <a:pt x="460" y="2182"/>
                  </a:lnTo>
                  <a:lnTo>
                    <a:pt x="484" y="2182"/>
                  </a:lnTo>
                  <a:lnTo>
                    <a:pt x="510" y="2180"/>
                  </a:lnTo>
                  <a:lnTo>
                    <a:pt x="538" y="2174"/>
                  </a:lnTo>
                  <a:lnTo>
                    <a:pt x="538" y="2174"/>
                  </a:lnTo>
                  <a:lnTo>
                    <a:pt x="672" y="2136"/>
                  </a:lnTo>
                  <a:lnTo>
                    <a:pt x="754" y="2114"/>
                  </a:lnTo>
                  <a:lnTo>
                    <a:pt x="792" y="2314"/>
                  </a:lnTo>
                  <a:lnTo>
                    <a:pt x="792" y="2314"/>
                  </a:lnTo>
                  <a:lnTo>
                    <a:pt x="796" y="2340"/>
                  </a:lnTo>
                  <a:lnTo>
                    <a:pt x="798" y="2366"/>
                  </a:lnTo>
                  <a:lnTo>
                    <a:pt x="798" y="2416"/>
                  </a:lnTo>
                  <a:lnTo>
                    <a:pt x="794" y="2462"/>
                  </a:lnTo>
                  <a:lnTo>
                    <a:pt x="786" y="2504"/>
                  </a:lnTo>
                  <a:lnTo>
                    <a:pt x="774" y="2544"/>
                  </a:lnTo>
                  <a:lnTo>
                    <a:pt x="760" y="2580"/>
                  </a:lnTo>
                  <a:lnTo>
                    <a:pt x="746" y="2612"/>
                  </a:lnTo>
                  <a:lnTo>
                    <a:pt x="730" y="2642"/>
                  </a:lnTo>
                  <a:lnTo>
                    <a:pt x="712" y="2668"/>
                  </a:lnTo>
                  <a:lnTo>
                    <a:pt x="696" y="2690"/>
                  </a:lnTo>
                  <a:lnTo>
                    <a:pt x="680" y="2710"/>
                  </a:lnTo>
                  <a:lnTo>
                    <a:pt x="664" y="2726"/>
                  </a:lnTo>
                  <a:lnTo>
                    <a:pt x="642" y="2746"/>
                  </a:lnTo>
                  <a:lnTo>
                    <a:pt x="632" y="2754"/>
                  </a:lnTo>
                  <a:lnTo>
                    <a:pt x="632" y="2754"/>
                  </a:lnTo>
                  <a:lnTo>
                    <a:pt x="676" y="2764"/>
                  </a:lnTo>
                  <a:lnTo>
                    <a:pt x="720" y="2772"/>
                  </a:lnTo>
                  <a:lnTo>
                    <a:pt x="764" y="2778"/>
                  </a:lnTo>
                  <a:lnTo>
                    <a:pt x="810" y="2784"/>
                  </a:lnTo>
                  <a:lnTo>
                    <a:pt x="854" y="2790"/>
                  </a:lnTo>
                  <a:lnTo>
                    <a:pt x="900" y="2792"/>
                  </a:lnTo>
                  <a:lnTo>
                    <a:pt x="946" y="2794"/>
                  </a:lnTo>
                  <a:lnTo>
                    <a:pt x="992" y="2794"/>
                  </a:lnTo>
                  <a:lnTo>
                    <a:pt x="992" y="2794"/>
                  </a:lnTo>
                  <a:lnTo>
                    <a:pt x="1060" y="2794"/>
                  </a:lnTo>
                  <a:lnTo>
                    <a:pt x="1128" y="2790"/>
                  </a:lnTo>
                  <a:lnTo>
                    <a:pt x="1194" y="2782"/>
                  </a:lnTo>
                  <a:lnTo>
                    <a:pt x="1260" y="2774"/>
                  </a:lnTo>
                  <a:lnTo>
                    <a:pt x="1326" y="2760"/>
                  </a:lnTo>
                  <a:lnTo>
                    <a:pt x="1390" y="2746"/>
                  </a:lnTo>
                  <a:lnTo>
                    <a:pt x="1452" y="2730"/>
                  </a:lnTo>
                  <a:lnTo>
                    <a:pt x="1514" y="2710"/>
                  </a:lnTo>
                  <a:lnTo>
                    <a:pt x="1576" y="2688"/>
                  </a:lnTo>
                  <a:lnTo>
                    <a:pt x="1634" y="2664"/>
                  </a:lnTo>
                  <a:lnTo>
                    <a:pt x="1694" y="2638"/>
                  </a:lnTo>
                  <a:lnTo>
                    <a:pt x="1750" y="2610"/>
                  </a:lnTo>
                  <a:lnTo>
                    <a:pt x="1806" y="2578"/>
                  </a:lnTo>
                  <a:lnTo>
                    <a:pt x="1862" y="2546"/>
                  </a:lnTo>
                  <a:lnTo>
                    <a:pt x="1914" y="2510"/>
                  </a:lnTo>
                  <a:lnTo>
                    <a:pt x="1966" y="2474"/>
                  </a:lnTo>
                  <a:lnTo>
                    <a:pt x="1966" y="2474"/>
                  </a:lnTo>
                  <a:lnTo>
                    <a:pt x="1948" y="2462"/>
                  </a:lnTo>
                  <a:lnTo>
                    <a:pt x="1918" y="2438"/>
                  </a:lnTo>
                  <a:lnTo>
                    <a:pt x="1838" y="2370"/>
                  </a:lnTo>
                  <a:lnTo>
                    <a:pt x="1720" y="2270"/>
                  </a:lnTo>
                  <a:lnTo>
                    <a:pt x="1720" y="2270"/>
                  </a:ln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1" rIns="91440" bIns="45721"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1" b="0" i="0" u="none" strike="noStrike" kern="1200" cap="none" spc="0" normalizeH="0" baseline="0" noProof="0" dirty="0">
                <a:ln>
                  <a:noFill/>
                </a:ln>
                <a:solidFill>
                  <a:prstClr val="black"/>
                </a:solidFill>
                <a:effectLst/>
                <a:uLnTx/>
                <a:uFillTx/>
                <a:latin typeface="Verdana"/>
                <a:ea typeface="+mn-ea"/>
                <a:cs typeface="+mn-cs"/>
              </a:endParaRPr>
            </a:p>
          </p:txBody>
        </p:sp>
        <p:sp>
          <p:nvSpPr>
            <p:cNvPr id="167" name="Line 330">
              <a:extLst>
                <a:ext uri="{FF2B5EF4-FFF2-40B4-BE49-F238E27FC236}">
                  <a16:creationId xmlns:a16="http://schemas.microsoft.com/office/drawing/2014/main" id="{31FFBD9A-3065-42C3-AD5D-37D747DA5BC5}"/>
                </a:ext>
              </a:extLst>
            </p:cNvPr>
            <p:cNvSpPr>
              <a:spLocks noChangeShapeType="1"/>
            </p:cNvSpPr>
            <p:nvPr/>
          </p:nvSpPr>
          <p:spPr bwMode="auto">
            <a:xfrm>
              <a:off x="3949081" y="4925704"/>
              <a:ext cx="0" cy="0"/>
            </a:xfrm>
            <a:prstGeom prst="line">
              <a:avLst/>
            </a:pr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1" rIns="91440" bIns="45721"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1" b="0" i="0" u="none" strike="noStrike" kern="1200" cap="none" spc="0" normalizeH="0" baseline="0" noProof="0">
                <a:ln>
                  <a:noFill/>
                </a:ln>
                <a:solidFill>
                  <a:prstClr val="black"/>
                </a:solidFill>
                <a:effectLst/>
                <a:uLnTx/>
                <a:uFillTx/>
                <a:latin typeface="Verdana"/>
                <a:ea typeface="+mn-ea"/>
                <a:cs typeface="+mn-cs"/>
              </a:endParaRPr>
            </a:p>
          </p:txBody>
        </p:sp>
        <p:sp>
          <p:nvSpPr>
            <p:cNvPr id="168" name="Freeform 331">
              <a:extLst>
                <a:ext uri="{FF2B5EF4-FFF2-40B4-BE49-F238E27FC236}">
                  <a16:creationId xmlns:a16="http://schemas.microsoft.com/office/drawing/2014/main" id="{5B4C08EA-C5BE-46C4-A54E-B82233ACE3C7}"/>
                </a:ext>
              </a:extLst>
            </p:cNvPr>
            <p:cNvSpPr>
              <a:spLocks noEditPoints="1"/>
            </p:cNvSpPr>
            <p:nvPr/>
          </p:nvSpPr>
          <p:spPr bwMode="auto">
            <a:xfrm>
              <a:off x="3830284" y="4882457"/>
              <a:ext cx="80669" cy="68843"/>
            </a:xfrm>
            <a:custGeom>
              <a:avLst/>
              <a:gdLst>
                <a:gd name="T0" fmla="*/ 0 w 914"/>
                <a:gd name="T1" fmla="*/ 346 h 780"/>
                <a:gd name="T2" fmla="*/ 16 w 914"/>
                <a:gd name="T3" fmla="*/ 368 h 780"/>
                <a:gd name="T4" fmla="*/ 32 w 914"/>
                <a:gd name="T5" fmla="*/ 384 h 780"/>
                <a:gd name="T6" fmla="*/ 52 w 914"/>
                <a:gd name="T7" fmla="*/ 394 h 780"/>
                <a:gd name="T8" fmla="*/ 94 w 914"/>
                <a:gd name="T9" fmla="*/ 402 h 780"/>
                <a:gd name="T10" fmla="*/ 138 w 914"/>
                <a:gd name="T11" fmla="*/ 398 h 780"/>
                <a:gd name="T12" fmla="*/ 164 w 914"/>
                <a:gd name="T13" fmla="*/ 394 h 780"/>
                <a:gd name="T14" fmla="*/ 380 w 914"/>
                <a:gd name="T15" fmla="*/ 334 h 780"/>
                <a:gd name="T16" fmla="*/ 418 w 914"/>
                <a:gd name="T17" fmla="*/ 534 h 780"/>
                <a:gd name="T18" fmla="*/ 424 w 914"/>
                <a:gd name="T19" fmla="*/ 604 h 780"/>
                <a:gd name="T20" fmla="*/ 420 w 914"/>
                <a:gd name="T21" fmla="*/ 670 h 780"/>
                <a:gd name="T22" fmla="*/ 410 w 914"/>
                <a:gd name="T23" fmla="*/ 728 h 780"/>
                <a:gd name="T24" fmla="*/ 394 w 914"/>
                <a:gd name="T25" fmla="*/ 780 h 780"/>
                <a:gd name="T26" fmla="*/ 394 w 914"/>
                <a:gd name="T27" fmla="*/ 780 h 780"/>
                <a:gd name="T28" fmla="*/ 436 w 914"/>
                <a:gd name="T29" fmla="*/ 710 h 780"/>
                <a:gd name="T30" fmla="*/ 458 w 914"/>
                <a:gd name="T31" fmla="*/ 644 h 780"/>
                <a:gd name="T32" fmla="*/ 466 w 914"/>
                <a:gd name="T33" fmla="*/ 582 h 780"/>
                <a:gd name="T34" fmla="*/ 466 w 914"/>
                <a:gd name="T35" fmla="*/ 526 h 780"/>
                <a:gd name="T36" fmla="*/ 460 w 914"/>
                <a:gd name="T37" fmla="*/ 476 h 780"/>
                <a:gd name="T38" fmla="*/ 446 w 914"/>
                <a:gd name="T39" fmla="*/ 394 h 780"/>
                <a:gd name="T40" fmla="*/ 448 w 914"/>
                <a:gd name="T41" fmla="*/ 364 h 780"/>
                <a:gd name="T42" fmla="*/ 450 w 914"/>
                <a:gd name="T43" fmla="*/ 356 h 780"/>
                <a:gd name="T44" fmla="*/ 466 w 914"/>
                <a:gd name="T45" fmla="*/ 336 h 780"/>
                <a:gd name="T46" fmla="*/ 504 w 914"/>
                <a:gd name="T47" fmla="*/ 308 h 780"/>
                <a:gd name="T48" fmla="*/ 556 w 914"/>
                <a:gd name="T49" fmla="*/ 282 h 780"/>
                <a:gd name="T50" fmla="*/ 732 w 914"/>
                <a:gd name="T51" fmla="*/ 212 h 780"/>
                <a:gd name="T52" fmla="*/ 798 w 914"/>
                <a:gd name="T53" fmla="*/ 182 h 780"/>
                <a:gd name="T54" fmla="*/ 812 w 914"/>
                <a:gd name="T55" fmla="*/ 174 h 780"/>
                <a:gd name="T56" fmla="*/ 832 w 914"/>
                <a:gd name="T57" fmla="*/ 152 h 780"/>
                <a:gd name="T58" fmla="*/ 870 w 914"/>
                <a:gd name="T59" fmla="*/ 98 h 780"/>
                <a:gd name="T60" fmla="*/ 898 w 914"/>
                <a:gd name="T61" fmla="*/ 44 h 780"/>
                <a:gd name="T62" fmla="*/ 914 w 914"/>
                <a:gd name="T63" fmla="*/ 0 h 780"/>
                <a:gd name="T64" fmla="*/ 904 w 914"/>
                <a:gd name="T65" fmla="*/ 16 h 780"/>
                <a:gd name="T66" fmla="*/ 858 w 914"/>
                <a:gd name="T67" fmla="*/ 78 h 780"/>
                <a:gd name="T68" fmla="*/ 814 w 914"/>
                <a:gd name="T69" fmla="*/ 126 h 780"/>
                <a:gd name="T70" fmla="*/ 790 w 914"/>
                <a:gd name="T71" fmla="*/ 148 h 780"/>
                <a:gd name="T72" fmla="*/ 748 w 914"/>
                <a:gd name="T73" fmla="*/ 174 h 780"/>
                <a:gd name="T74" fmla="*/ 674 w 914"/>
                <a:gd name="T75" fmla="*/ 204 h 780"/>
                <a:gd name="T76" fmla="*/ 474 w 914"/>
                <a:gd name="T77" fmla="*/ 274 h 780"/>
                <a:gd name="T78" fmla="*/ 136 w 914"/>
                <a:gd name="T79" fmla="*/ 382 h 780"/>
                <a:gd name="T80" fmla="*/ 120 w 914"/>
                <a:gd name="T81" fmla="*/ 386 h 780"/>
                <a:gd name="T82" fmla="*/ 90 w 914"/>
                <a:gd name="T83" fmla="*/ 390 h 780"/>
                <a:gd name="T84" fmla="*/ 64 w 914"/>
                <a:gd name="T85" fmla="*/ 388 h 780"/>
                <a:gd name="T86" fmla="*/ 36 w 914"/>
                <a:gd name="T87" fmla="*/ 378 h 780"/>
                <a:gd name="T88" fmla="*/ 10 w 914"/>
                <a:gd name="T89" fmla="*/ 360 h 780"/>
                <a:gd name="T90" fmla="*/ 0 w 914"/>
                <a:gd name="T91" fmla="*/ 346 h 780"/>
                <a:gd name="T92" fmla="*/ 0 w 914"/>
                <a:gd name="T93" fmla="*/ 346 h 7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914" h="780">
                  <a:moveTo>
                    <a:pt x="0" y="346"/>
                  </a:moveTo>
                  <a:lnTo>
                    <a:pt x="0" y="346"/>
                  </a:lnTo>
                  <a:lnTo>
                    <a:pt x="6" y="358"/>
                  </a:lnTo>
                  <a:lnTo>
                    <a:pt x="16" y="368"/>
                  </a:lnTo>
                  <a:lnTo>
                    <a:pt x="24" y="376"/>
                  </a:lnTo>
                  <a:lnTo>
                    <a:pt x="32" y="384"/>
                  </a:lnTo>
                  <a:lnTo>
                    <a:pt x="42" y="390"/>
                  </a:lnTo>
                  <a:lnTo>
                    <a:pt x="52" y="394"/>
                  </a:lnTo>
                  <a:lnTo>
                    <a:pt x="72" y="400"/>
                  </a:lnTo>
                  <a:lnTo>
                    <a:pt x="94" y="402"/>
                  </a:lnTo>
                  <a:lnTo>
                    <a:pt x="116" y="402"/>
                  </a:lnTo>
                  <a:lnTo>
                    <a:pt x="138" y="398"/>
                  </a:lnTo>
                  <a:lnTo>
                    <a:pt x="164" y="394"/>
                  </a:lnTo>
                  <a:lnTo>
                    <a:pt x="164" y="394"/>
                  </a:lnTo>
                  <a:lnTo>
                    <a:pt x="298" y="356"/>
                  </a:lnTo>
                  <a:lnTo>
                    <a:pt x="380" y="334"/>
                  </a:lnTo>
                  <a:lnTo>
                    <a:pt x="418" y="534"/>
                  </a:lnTo>
                  <a:lnTo>
                    <a:pt x="418" y="534"/>
                  </a:lnTo>
                  <a:lnTo>
                    <a:pt x="422" y="570"/>
                  </a:lnTo>
                  <a:lnTo>
                    <a:pt x="424" y="604"/>
                  </a:lnTo>
                  <a:lnTo>
                    <a:pt x="424" y="638"/>
                  </a:lnTo>
                  <a:lnTo>
                    <a:pt x="420" y="670"/>
                  </a:lnTo>
                  <a:lnTo>
                    <a:pt x="416" y="700"/>
                  </a:lnTo>
                  <a:lnTo>
                    <a:pt x="410" y="728"/>
                  </a:lnTo>
                  <a:lnTo>
                    <a:pt x="402" y="754"/>
                  </a:lnTo>
                  <a:lnTo>
                    <a:pt x="394" y="780"/>
                  </a:lnTo>
                  <a:lnTo>
                    <a:pt x="394" y="780"/>
                  </a:lnTo>
                  <a:lnTo>
                    <a:pt x="394" y="780"/>
                  </a:lnTo>
                  <a:lnTo>
                    <a:pt x="418" y="744"/>
                  </a:lnTo>
                  <a:lnTo>
                    <a:pt x="436" y="710"/>
                  </a:lnTo>
                  <a:lnTo>
                    <a:pt x="448" y="676"/>
                  </a:lnTo>
                  <a:lnTo>
                    <a:pt x="458" y="644"/>
                  </a:lnTo>
                  <a:lnTo>
                    <a:pt x="464" y="612"/>
                  </a:lnTo>
                  <a:lnTo>
                    <a:pt x="466" y="582"/>
                  </a:lnTo>
                  <a:lnTo>
                    <a:pt x="468" y="554"/>
                  </a:lnTo>
                  <a:lnTo>
                    <a:pt x="466" y="526"/>
                  </a:lnTo>
                  <a:lnTo>
                    <a:pt x="462" y="500"/>
                  </a:lnTo>
                  <a:lnTo>
                    <a:pt x="460" y="476"/>
                  </a:lnTo>
                  <a:lnTo>
                    <a:pt x="452" y="432"/>
                  </a:lnTo>
                  <a:lnTo>
                    <a:pt x="446" y="394"/>
                  </a:lnTo>
                  <a:lnTo>
                    <a:pt x="446" y="378"/>
                  </a:lnTo>
                  <a:lnTo>
                    <a:pt x="448" y="364"/>
                  </a:lnTo>
                  <a:lnTo>
                    <a:pt x="448" y="364"/>
                  </a:lnTo>
                  <a:lnTo>
                    <a:pt x="450" y="356"/>
                  </a:lnTo>
                  <a:lnTo>
                    <a:pt x="454" y="350"/>
                  </a:lnTo>
                  <a:lnTo>
                    <a:pt x="466" y="336"/>
                  </a:lnTo>
                  <a:lnTo>
                    <a:pt x="484" y="322"/>
                  </a:lnTo>
                  <a:lnTo>
                    <a:pt x="504" y="308"/>
                  </a:lnTo>
                  <a:lnTo>
                    <a:pt x="528" y="296"/>
                  </a:lnTo>
                  <a:lnTo>
                    <a:pt x="556" y="282"/>
                  </a:lnTo>
                  <a:lnTo>
                    <a:pt x="614" y="258"/>
                  </a:lnTo>
                  <a:lnTo>
                    <a:pt x="732" y="212"/>
                  </a:lnTo>
                  <a:lnTo>
                    <a:pt x="780" y="192"/>
                  </a:lnTo>
                  <a:lnTo>
                    <a:pt x="798" y="182"/>
                  </a:lnTo>
                  <a:lnTo>
                    <a:pt x="812" y="174"/>
                  </a:lnTo>
                  <a:lnTo>
                    <a:pt x="812" y="174"/>
                  </a:lnTo>
                  <a:lnTo>
                    <a:pt x="822" y="164"/>
                  </a:lnTo>
                  <a:lnTo>
                    <a:pt x="832" y="152"/>
                  </a:lnTo>
                  <a:lnTo>
                    <a:pt x="852" y="128"/>
                  </a:lnTo>
                  <a:lnTo>
                    <a:pt x="870" y="98"/>
                  </a:lnTo>
                  <a:lnTo>
                    <a:pt x="886" y="70"/>
                  </a:lnTo>
                  <a:lnTo>
                    <a:pt x="898" y="44"/>
                  </a:lnTo>
                  <a:lnTo>
                    <a:pt x="906" y="22"/>
                  </a:lnTo>
                  <a:lnTo>
                    <a:pt x="914" y="0"/>
                  </a:lnTo>
                  <a:lnTo>
                    <a:pt x="914" y="0"/>
                  </a:lnTo>
                  <a:lnTo>
                    <a:pt x="904" y="16"/>
                  </a:lnTo>
                  <a:lnTo>
                    <a:pt x="876" y="54"/>
                  </a:lnTo>
                  <a:lnTo>
                    <a:pt x="858" y="78"/>
                  </a:lnTo>
                  <a:lnTo>
                    <a:pt x="836" y="102"/>
                  </a:lnTo>
                  <a:lnTo>
                    <a:pt x="814" y="126"/>
                  </a:lnTo>
                  <a:lnTo>
                    <a:pt x="790" y="148"/>
                  </a:lnTo>
                  <a:lnTo>
                    <a:pt x="790" y="148"/>
                  </a:lnTo>
                  <a:lnTo>
                    <a:pt x="774" y="160"/>
                  </a:lnTo>
                  <a:lnTo>
                    <a:pt x="748" y="174"/>
                  </a:lnTo>
                  <a:lnTo>
                    <a:pt x="714" y="188"/>
                  </a:lnTo>
                  <a:lnTo>
                    <a:pt x="674" y="204"/>
                  </a:lnTo>
                  <a:lnTo>
                    <a:pt x="580" y="238"/>
                  </a:lnTo>
                  <a:lnTo>
                    <a:pt x="474" y="274"/>
                  </a:lnTo>
                  <a:lnTo>
                    <a:pt x="270" y="340"/>
                  </a:lnTo>
                  <a:lnTo>
                    <a:pt x="136" y="382"/>
                  </a:lnTo>
                  <a:lnTo>
                    <a:pt x="136" y="382"/>
                  </a:lnTo>
                  <a:lnTo>
                    <a:pt x="120" y="386"/>
                  </a:lnTo>
                  <a:lnTo>
                    <a:pt x="104" y="390"/>
                  </a:lnTo>
                  <a:lnTo>
                    <a:pt x="90" y="390"/>
                  </a:lnTo>
                  <a:lnTo>
                    <a:pt x="76" y="390"/>
                  </a:lnTo>
                  <a:lnTo>
                    <a:pt x="64" y="388"/>
                  </a:lnTo>
                  <a:lnTo>
                    <a:pt x="54" y="386"/>
                  </a:lnTo>
                  <a:lnTo>
                    <a:pt x="36" y="378"/>
                  </a:lnTo>
                  <a:lnTo>
                    <a:pt x="20" y="368"/>
                  </a:lnTo>
                  <a:lnTo>
                    <a:pt x="10" y="360"/>
                  </a:lnTo>
                  <a:lnTo>
                    <a:pt x="0" y="346"/>
                  </a:lnTo>
                  <a:lnTo>
                    <a:pt x="0" y="346"/>
                  </a:lnTo>
                  <a:close/>
                  <a:moveTo>
                    <a:pt x="0" y="346"/>
                  </a:moveTo>
                  <a:lnTo>
                    <a:pt x="0" y="346"/>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1" rIns="91440" bIns="45721"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1" b="0" i="0" u="none" strike="noStrike" kern="1200" cap="none" spc="0" normalizeH="0" baseline="0" noProof="0">
                <a:ln>
                  <a:noFill/>
                </a:ln>
                <a:solidFill>
                  <a:prstClr val="black"/>
                </a:solidFill>
                <a:effectLst/>
                <a:uLnTx/>
                <a:uFillTx/>
                <a:latin typeface="Verdana"/>
                <a:ea typeface="+mn-ea"/>
                <a:cs typeface="+mn-cs"/>
              </a:endParaRPr>
            </a:p>
          </p:txBody>
        </p:sp>
        <p:sp>
          <p:nvSpPr>
            <p:cNvPr id="169" name="Freeform 332">
              <a:extLst>
                <a:ext uri="{FF2B5EF4-FFF2-40B4-BE49-F238E27FC236}">
                  <a16:creationId xmlns:a16="http://schemas.microsoft.com/office/drawing/2014/main" id="{D71092EF-043B-4E42-8A5F-ECE2FEADB382}"/>
                </a:ext>
              </a:extLst>
            </p:cNvPr>
            <p:cNvSpPr>
              <a:spLocks/>
            </p:cNvSpPr>
            <p:nvPr/>
          </p:nvSpPr>
          <p:spPr bwMode="auto">
            <a:xfrm>
              <a:off x="3830284" y="4882457"/>
              <a:ext cx="80669" cy="68843"/>
            </a:xfrm>
            <a:custGeom>
              <a:avLst/>
              <a:gdLst>
                <a:gd name="T0" fmla="*/ 0 w 914"/>
                <a:gd name="T1" fmla="*/ 346 h 780"/>
                <a:gd name="T2" fmla="*/ 16 w 914"/>
                <a:gd name="T3" fmla="*/ 368 h 780"/>
                <a:gd name="T4" fmla="*/ 32 w 914"/>
                <a:gd name="T5" fmla="*/ 384 h 780"/>
                <a:gd name="T6" fmla="*/ 52 w 914"/>
                <a:gd name="T7" fmla="*/ 394 h 780"/>
                <a:gd name="T8" fmla="*/ 94 w 914"/>
                <a:gd name="T9" fmla="*/ 402 h 780"/>
                <a:gd name="T10" fmla="*/ 138 w 914"/>
                <a:gd name="T11" fmla="*/ 398 h 780"/>
                <a:gd name="T12" fmla="*/ 164 w 914"/>
                <a:gd name="T13" fmla="*/ 394 h 780"/>
                <a:gd name="T14" fmla="*/ 380 w 914"/>
                <a:gd name="T15" fmla="*/ 334 h 780"/>
                <a:gd name="T16" fmla="*/ 418 w 914"/>
                <a:gd name="T17" fmla="*/ 534 h 780"/>
                <a:gd name="T18" fmla="*/ 424 w 914"/>
                <a:gd name="T19" fmla="*/ 604 h 780"/>
                <a:gd name="T20" fmla="*/ 420 w 914"/>
                <a:gd name="T21" fmla="*/ 670 h 780"/>
                <a:gd name="T22" fmla="*/ 410 w 914"/>
                <a:gd name="T23" fmla="*/ 728 h 780"/>
                <a:gd name="T24" fmla="*/ 394 w 914"/>
                <a:gd name="T25" fmla="*/ 780 h 780"/>
                <a:gd name="T26" fmla="*/ 394 w 914"/>
                <a:gd name="T27" fmla="*/ 780 h 780"/>
                <a:gd name="T28" fmla="*/ 436 w 914"/>
                <a:gd name="T29" fmla="*/ 710 h 780"/>
                <a:gd name="T30" fmla="*/ 458 w 914"/>
                <a:gd name="T31" fmla="*/ 644 h 780"/>
                <a:gd name="T32" fmla="*/ 466 w 914"/>
                <a:gd name="T33" fmla="*/ 582 h 780"/>
                <a:gd name="T34" fmla="*/ 466 w 914"/>
                <a:gd name="T35" fmla="*/ 526 h 780"/>
                <a:gd name="T36" fmla="*/ 460 w 914"/>
                <a:gd name="T37" fmla="*/ 476 h 780"/>
                <a:gd name="T38" fmla="*/ 446 w 914"/>
                <a:gd name="T39" fmla="*/ 394 h 780"/>
                <a:gd name="T40" fmla="*/ 448 w 914"/>
                <a:gd name="T41" fmla="*/ 364 h 780"/>
                <a:gd name="T42" fmla="*/ 450 w 914"/>
                <a:gd name="T43" fmla="*/ 356 h 780"/>
                <a:gd name="T44" fmla="*/ 466 w 914"/>
                <a:gd name="T45" fmla="*/ 336 h 780"/>
                <a:gd name="T46" fmla="*/ 504 w 914"/>
                <a:gd name="T47" fmla="*/ 308 h 780"/>
                <a:gd name="T48" fmla="*/ 556 w 914"/>
                <a:gd name="T49" fmla="*/ 282 h 780"/>
                <a:gd name="T50" fmla="*/ 732 w 914"/>
                <a:gd name="T51" fmla="*/ 212 h 780"/>
                <a:gd name="T52" fmla="*/ 798 w 914"/>
                <a:gd name="T53" fmla="*/ 182 h 780"/>
                <a:gd name="T54" fmla="*/ 812 w 914"/>
                <a:gd name="T55" fmla="*/ 174 h 780"/>
                <a:gd name="T56" fmla="*/ 832 w 914"/>
                <a:gd name="T57" fmla="*/ 152 h 780"/>
                <a:gd name="T58" fmla="*/ 870 w 914"/>
                <a:gd name="T59" fmla="*/ 98 h 780"/>
                <a:gd name="T60" fmla="*/ 898 w 914"/>
                <a:gd name="T61" fmla="*/ 44 h 780"/>
                <a:gd name="T62" fmla="*/ 914 w 914"/>
                <a:gd name="T63" fmla="*/ 0 h 780"/>
                <a:gd name="T64" fmla="*/ 904 w 914"/>
                <a:gd name="T65" fmla="*/ 16 h 780"/>
                <a:gd name="T66" fmla="*/ 858 w 914"/>
                <a:gd name="T67" fmla="*/ 78 h 780"/>
                <a:gd name="T68" fmla="*/ 814 w 914"/>
                <a:gd name="T69" fmla="*/ 126 h 780"/>
                <a:gd name="T70" fmla="*/ 790 w 914"/>
                <a:gd name="T71" fmla="*/ 148 h 780"/>
                <a:gd name="T72" fmla="*/ 748 w 914"/>
                <a:gd name="T73" fmla="*/ 174 h 780"/>
                <a:gd name="T74" fmla="*/ 674 w 914"/>
                <a:gd name="T75" fmla="*/ 204 h 780"/>
                <a:gd name="T76" fmla="*/ 474 w 914"/>
                <a:gd name="T77" fmla="*/ 274 h 780"/>
                <a:gd name="T78" fmla="*/ 136 w 914"/>
                <a:gd name="T79" fmla="*/ 382 h 780"/>
                <a:gd name="T80" fmla="*/ 120 w 914"/>
                <a:gd name="T81" fmla="*/ 386 h 780"/>
                <a:gd name="T82" fmla="*/ 90 w 914"/>
                <a:gd name="T83" fmla="*/ 390 h 780"/>
                <a:gd name="T84" fmla="*/ 64 w 914"/>
                <a:gd name="T85" fmla="*/ 388 h 780"/>
                <a:gd name="T86" fmla="*/ 36 w 914"/>
                <a:gd name="T87" fmla="*/ 378 h 780"/>
                <a:gd name="T88" fmla="*/ 10 w 914"/>
                <a:gd name="T89" fmla="*/ 360 h 780"/>
                <a:gd name="T90" fmla="*/ 0 w 914"/>
                <a:gd name="T91" fmla="*/ 346 h 7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914" h="780">
                  <a:moveTo>
                    <a:pt x="0" y="346"/>
                  </a:moveTo>
                  <a:lnTo>
                    <a:pt x="0" y="346"/>
                  </a:lnTo>
                  <a:lnTo>
                    <a:pt x="6" y="358"/>
                  </a:lnTo>
                  <a:lnTo>
                    <a:pt x="16" y="368"/>
                  </a:lnTo>
                  <a:lnTo>
                    <a:pt x="24" y="376"/>
                  </a:lnTo>
                  <a:lnTo>
                    <a:pt x="32" y="384"/>
                  </a:lnTo>
                  <a:lnTo>
                    <a:pt x="42" y="390"/>
                  </a:lnTo>
                  <a:lnTo>
                    <a:pt x="52" y="394"/>
                  </a:lnTo>
                  <a:lnTo>
                    <a:pt x="72" y="400"/>
                  </a:lnTo>
                  <a:lnTo>
                    <a:pt x="94" y="402"/>
                  </a:lnTo>
                  <a:lnTo>
                    <a:pt x="116" y="402"/>
                  </a:lnTo>
                  <a:lnTo>
                    <a:pt x="138" y="398"/>
                  </a:lnTo>
                  <a:lnTo>
                    <a:pt x="164" y="394"/>
                  </a:lnTo>
                  <a:lnTo>
                    <a:pt x="164" y="394"/>
                  </a:lnTo>
                  <a:lnTo>
                    <a:pt x="298" y="356"/>
                  </a:lnTo>
                  <a:lnTo>
                    <a:pt x="380" y="334"/>
                  </a:lnTo>
                  <a:lnTo>
                    <a:pt x="418" y="534"/>
                  </a:lnTo>
                  <a:lnTo>
                    <a:pt x="418" y="534"/>
                  </a:lnTo>
                  <a:lnTo>
                    <a:pt x="422" y="570"/>
                  </a:lnTo>
                  <a:lnTo>
                    <a:pt x="424" y="604"/>
                  </a:lnTo>
                  <a:lnTo>
                    <a:pt x="424" y="638"/>
                  </a:lnTo>
                  <a:lnTo>
                    <a:pt x="420" y="670"/>
                  </a:lnTo>
                  <a:lnTo>
                    <a:pt x="416" y="700"/>
                  </a:lnTo>
                  <a:lnTo>
                    <a:pt x="410" y="728"/>
                  </a:lnTo>
                  <a:lnTo>
                    <a:pt x="402" y="754"/>
                  </a:lnTo>
                  <a:lnTo>
                    <a:pt x="394" y="780"/>
                  </a:lnTo>
                  <a:lnTo>
                    <a:pt x="394" y="780"/>
                  </a:lnTo>
                  <a:lnTo>
                    <a:pt x="394" y="780"/>
                  </a:lnTo>
                  <a:lnTo>
                    <a:pt x="418" y="744"/>
                  </a:lnTo>
                  <a:lnTo>
                    <a:pt x="436" y="710"/>
                  </a:lnTo>
                  <a:lnTo>
                    <a:pt x="448" y="676"/>
                  </a:lnTo>
                  <a:lnTo>
                    <a:pt x="458" y="644"/>
                  </a:lnTo>
                  <a:lnTo>
                    <a:pt x="464" y="612"/>
                  </a:lnTo>
                  <a:lnTo>
                    <a:pt x="466" y="582"/>
                  </a:lnTo>
                  <a:lnTo>
                    <a:pt x="468" y="554"/>
                  </a:lnTo>
                  <a:lnTo>
                    <a:pt x="466" y="526"/>
                  </a:lnTo>
                  <a:lnTo>
                    <a:pt x="462" y="500"/>
                  </a:lnTo>
                  <a:lnTo>
                    <a:pt x="460" y="476"/>
                  </a:lnTo>
                  <a:lnTo>
                    <a:pt x="452" y="432"/>
                  </a:lnTo>
                  <a:lnTo>
                    <a:pt x="446" y="394"/>
                  </a:lnTo>
                  <a:lnTo>
                    <a:pt x="446" y="378"/>
                  </a:lnTo>
                  <a:lnTo>
                    <a:pt x="448" y="364"/>
                  </a:lnTo>
                  <a:lnTo>
                    <a:pt x="448" y="364"/>
                  </a:lnTo>
                  <a:lnTo>
                    <a:pt x="450" y="356"/>
                  </a:lnTo>
                  <a:lnTo>
                    <a:pt x="454" y="350"/>
                  </a:lnTo>
                  <a:lnTo>
                    <a:pt x="466" y="336"/>
                  </a:lnTo>
                  <a:lnTo>
                    <a:pt x="484" y="322"/>
                  </a:lnTo>
                  <a:lnTo>
                    <a:pt x="504" y="308"/>
                  </a:lnTo>
                  <a:lnTo>
                    <a:pt x="528" y="296"/>
                  </a:lnTo>
                  <a:lnTo>
                    <a:pt x="556" y="282"/>
                  </a:lnTo>
                  <a:lnTo>
                    <a:pt x="614" y="258"/>
                  </a:lnTo>
                  <a:lnTo>
                    <a:pt x="732" y="212"/>
                  </a:lnTo>
                  <a:lnTo>
                    <a:pt x="780" y="192"/>
                  </a:lnTo>
                  <a:lnTo>
                    <a:pt x="798" y="182"/>
                  </a:lnTo>
                  <a:lnTo>
                    <a:pt x="812" y="174"/>
                  </a:lnTo>
                  <a:lnTo>
                    <a:pt x="812" y="174"/>
                  </a:lnTo>
                  <a:lnTo>
                    <a:pt x="822" y="164"/>
                  </a:lnTo>
                  <a:lnTo>
                    <a:pt x="832" y="152"/>
                  </a:lnTo>
                  <a:lnTo>
                    <a:pt x="852" y="128"/>
                  </a:lnTo>
                  <a:lnTo>
                    <a:pt x="870" y="98"/>
                  </a:lnTo>
                  <a:lnTo>
                    <a:pt x="886" y="70"/>
                  </a:lnTo>
                  <a:lnTo>
                    <a:pt x="898" y="44"/>
                  </a:lnTo>
                  <a:lnTo>
                    <a:pt x="906" y="22"/>
                  </a:lnTo>
                  <a:lnTo>
                    <a:pt x="914" y="0"/>
                  </a:lnTo>
                  <a:lnTo>
                    <a:pt x="914" y="0"/>
                  </a:lnTo>
                  <a:lnTo>
                    <a:pt x="904" y="16"/>
                  </a:lnTo>
                  <a:lnTo>
                    <a:pt x="876" y="54"/>
                  </a:lnTo>
                  <a:lnTo>
                    <a:pt x="858" y="78"/>
                  </a:lnTo>
                  <a:lnTo>
                    <a:pt x="836" y="102"/>
                  </a:lnTo>
                  <a:lnTo>
                    <a:pt x="814" y="126"/>
                  </a:lnTo>
                  <a:lnTo>
                    <a:pt x="790" y="148"/>
                  </a:lnTo>
                  <a:lnTo>
                    <a:pt x="790" y="148"/>
                  </a:lnTo>
                  <a:lnTo>
                    <a:pt x="774" y="160"/>
                  </a:lnTo>
                  <a:lnTo>
                    <a:pt x="748" y="174"/>
                  </a:lnTo>
                  <a:lnTo>
                    <a:pt x="714" y="188"/>
                  </a:lnTo>
                  <a:lnTo>
                    <a:pt x="674" y="204"/>
                  </a:lnTo>
                  <a:lnTo>
                    <a:pt x="580" y="238"/>
                  </a:lnTo>
                  <a:lnTo>
                    <a:pt x="474" y="274"/>
                  </a:lnTo>
                  <a:lnTo>
                    <a:pt x="270" y="340"/>
                  </a:lnTo>
                  <a:lnTo>
                    <a:pt x="136" y="382"/>
                  </a:lnTo>
                  <a:lnTo>
                    <a:pt x="136" y="382"/>
                  </a:lnTo>
                  <a:lnTo>
                    <a:pt x="120" y="386"/>
                  </a:lnTo>
                  <a:lnTo>
                    <a:pt x="104" y="390"/>
                  </a:lnTo>
                  <a:lnTo>
                    <a:pt x="90" y="390"/>
                  </a:lnTo>
                  <a:lnTo>
                    <a:pt x="76" y="390"/>
                  </a:lnTo>
                  <a:lnTo>
                    <a:pt x="64" y="388"/>
                  </a:lnTo>
                  <a:lnTo>
                    <a:pt x="54" y="386"/>
                  </a:lnTo>
                  <a:lnTo>
                    <a:pt x="36" y="378"/>
                  </a:lnTo>
                  <a:lnTo>
                    <a:pt x="20" y="368"/>
                  </a:lnTo>
                  <a:lnTo>
                    <a:pt x="10" y="360"/>
                  </a:lnTo>
                  <a:lnTo>
                    <a:pt x="0" y="346"/>
                  </a:lnTo>
                  <a:lnTo>
                    <a:pt x="0" y="346"/>
                  </a:lnTo>
                </a:path>
              </a:pathLst>
            </a:custGeom>
            <a:solidFill>
              <a:schemeClr val="bg1"/>
            </a:solidFill>
            <a:ln>
              <a:noFill/>
            </a:ln>
          </p:spPr>
          <p:txBody>
            <a:bodyPr vert="horz" wrap="square" lIns="91440" tIns="45721" rIns="91440" bIns="45721"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1" b="0" i="0" u="none" strike="noStrike" kern="1200" cap="none" spc="0" normalizeH="0" baseline="0" noProof="0">
                <a:ln>
                  <a:noFill/>
                </a:ln>
                <a:solidFill>
                  <a:prstClr val="black"/>
                </a:solidFill>
                <a:effectLst/>
                <a:uLnTx/>
                <a:uFillTx/>
                <a:latin typeface="Verdana"/>
                <a:ea typeface="+mn-ea"/>
                <a:cs typeface="+mn-cs"/>
              </a:endParaRPr>
            </a:p>
          </p:txBody>
        </p:sp>
        <p:sp>
          <p:nvSpPr>
            <p:cNvPr id="170" name="Line 333">
              <a:extLst>
                <a:ext uri="{FF2B5EF4-FFF2-40B4-BE49-F238E27FC236}">
                  <a16:creationId xmlns:a16="http://schemas.microsoft.com/office/drawing/2014/main" id="{AA1D06EA-3C8E-459E-A371-1FA36645E89A}"/>
                </a:ext>
              </a:extLst>
            </p:cNvPr>
            <p:cNvSpPr>
              <a:spLocks noChangeShapeType="1"/>
            </p:cNvSpPr>
            <p:nvPr/>
          </p:nvSpPr>
          <p:spPr bwMode="auto">
            <a:xfrm>
              <a:off x="3830284" y="4912994"/>
              <a:ext cx="0" cy="0"/>
            </a:xfrm>
            <a:prstGeom prst="line">
              <a:avLst/>
            </a:pr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1" rIns="91440" bIns="45721"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1" b="0" i="0" u="none" strike="noStrike" kern="1200" cap="none" spc="0" normalizeH="0" baseline="0" noProof="0">
                <a:ln>
                  <a:noFill/>
                </a:ln>
                <a:solidFill>
                  <a:prstClr val="black"/>
                </a:solidFill>
                <a:effectLst/>
                <a:uLnTx/>
                <a:uFillTx/>
                <a:latin typeface="Verdana"/>
                <a:ea typeface="+mn-ea"/>
                <a:cs typeface="+mn-cs"/>
              </a:endParaRPr>
            </a:p>
          </p:txBody>
        </p:sp>
        <p:sp>
          <p:nvSpPr>
            <p:cNvPr id="171" name="Freeform 334">
              <a:extLst>
                <a:ext uri="{FF2B5EF4-FFF2-40B4-BE49-F238E27FC236}">
                  <a16:creationId xmlns:a16="http://schemas.microsoft.com/office/drawing/2014/main" id="{355D475C-C362-467A-A1B2-7ECB77711AFE}"/>
                </a:ext>
              </a:extLst>
            </p:cNvPr>
            <p:cNvSpPr>
              <a:spLocks noEditPoints="1"/>
            </p:cNvSpPr>
            <p:nvPr/>
          </p:nvSpPr>
          <p:spPr bwMode="auto">
            <a:xfrm>
              <a:off x="3859233" y="4725354"/>
              <a:ext cx="113149" cy="200350"/>
            </a:xfrm>
            <a:custGeom>
              <a:avLst/>
              <a:gdLst>
                <a:gd name="T0" fmla="*/ 0 w 1282"/>
                <a:gd name="T1" fmla="*/ 80 h 2270"/>
                <a:gd name="T2" fmla="*/ 132 w 1282"/>
                <a:gd name="T3" fmla="*/ 42 h 2270"/>
                <a:gd name="T4" fmla="*/ 266 w 1282"/>
                <a:gd name="T5" fmla="*/ 22 h 2270"/>
                <a:gd name="T6" fmla="*/ 402 w 1282"/>
                <a:gd name="T7" fmla="*/ 20 h 2270"/>
                <a:gd name="T8" fmla="*/ 534 w 1282"/>
                <a:gd name="T9" fmla="*/ 34 h 2270"/>
                <a:gd name="T10" fmla="*/ 664 w 1282"/>
                <a:gd name="T11" fmla="*/ 68 h 2270"/>
                <a:gd name="T12" fmla="*/ 726 w 1282"/>
                <a:gd name="T13" fmla="*/ 92 h 2270"/>
                <a:gd name="T14" fmla="*/ 786 w 1282"/>
                <a:gd name="T15" fmla="*/ 120 h 2270"/>
                <a:gd name="T16" fmla="*/ 842 w 1282"/>
                <a:gd name="T17" fmla="*/ 152 h 2270"/>
                <a:gd name="T18" fmla="*/ 896 w 1282"/>
                <a:gd name="T19" fmla="*/ 188 h 2270"/>
                <a:gd name="T20" fmla="*/ 948 w 1282"/>
                <a:gd name="T21" fmla="*/ 228 h 2270"/>
                <a:gd name="T22" fmla="*/ 996 w 1282"/>
                <a:gd name="T23" fmla="*/ 274 h 2270"/>
                <a:gd name="T24" fmla="*/ 1024 w 1282"/>
                <a:gd name="T25" fmla="*/ 302 h 2270"/>
                <a:gd name="T26" fmla="*/ 1072 w 1282"/>
                <a:gd name="T27" fmla="*/ 364 h 2270"/>
                <a:gd name="T28" fmla="*/ 1116 w 1282"/>
                <a:gd name="T29" fmla="*/ 432 h 2270"/>
                <a:gd name="T30" fmla="*/ 1154 w 1282"/>
                <a:gd name="T31" fmla="*/ 504 h 2270"/>
                <a:gd name="T32" fmla="*/ 1182 w 1282"/>
                <a:gd name="T33" fmla="*/ 580 h 2270"/>
                <a:gd name="T34" fmla="*/ 1204 w 1282"/>
                <a:gd name="T35" fmla="*/ 662 h 2270"/>
                <a:gd name="T36" fmla="*/ 1218 w 1282"/>
                <a:gd name="T37" fmla="*/ 748 h 2270"/>
                <a:gd name="T38" fmla="*/ 1224 w 1282"/>
                <a:gd name="T39" fmla="*/ 836 h 2270"/>
                <a:gd name="T40" fmla="*/ 1220 w 1282"/>
                <a:gd name="T41" fmla="*/ 928 h 2270"/>
                <a:gd name="T42" fmla="*/ 1206 w 1282"/>
                <a:gd name="T43" fmla="*/ 1024 h 2270"/>
                <a:gd name="T44" fmla="*/ 1182 w 1282"/>
                <a:gd name="T45" fmla="*/ 1122 h 2270"/>
                <a:gd name="T46" fmla="*/ 1148 w 1282"/>
                <a:gd name="T47" fmla="*/ 1224 h 2270"/>
                <a:gd name="T48" fmla="*/ 1102 w 1282"/>
                <a:gd name="T49" fmla="*/ 1326 h 2270"/>
                <a:gd name="T50" fmla="*/ 1044 w 1282"/>
                <a:gd name="T51" fmla="*/ 1430 h 2270"/>
                <a:gd name="T52" fmla="*/ 974 w 1282"/>
                <a:gd name="T53" fmla="*/ 1538 h 2270"/>
                <a:gd name="T54" fmla="*/ 892 w 1282"/>
                <a:gd name="T55" fmla="*/ 1644 h 2270"/>
                <a:gd name="T56" fmla="*/ 1018 w 1282"/>
                <a:gd name="T57" fmla="*/ 2270 h 2270"/>
                <a:gd name="T58" fmla="*/ 890 w 1282"/>
                <a:gd name="T59" fmla="*/ 1724 h 2270"/>
                <a:gd name="T60" fmla="*/ 930 w 1282"/>
                <a:gd name="T61" fmla="*/ 1680 h 2270"/>
                <a:gd name="T62" fmla="*/ 990 w 1282"/>
                <a:gd name="T63" fmla="*/ 1610 h 2270"/>
                <a:gd name="T64" fmla="*/ 1064 w 1282"/>
                <a:gd name="T65" fmla="*/ 1508 h 2270"/>
                <a:gd name="T66" fmla="*/ 1142 w 1282"/>
                <a:gd name="T67" fmla="*/ 1378 h 2270"/>
                <a:gd name="T68" fmla="*/ 1178 w 1282"/>
                <a:gd name="T69" fmla="*/ 1304 h 2270"/>
                <a:gd name="T70" fmla="*/ 1210 w 1282"/>
                <a:gd name="T71" fmla="*/ 1226 h 2270"/>
                <a:gd name="T72" fmla="*/ 1238 w 1282"/>
                <a:gd name="T73" fmla="*/ 1142 h 2270"/>
                <a:gd name="T74" fmla="*/ 1260 w 1282"/>
                <a:gd name="T75" fmla="*/ 1052 h 2270"/>
                <a:gd name="T76" fmla="*/ 1276 w 1282"/>
                <a:gd name="T77" fmla="*/ 960 h 2270"/>
                <a:gd name="T78" fmla="*/ 1282 w 1282"/>
                <a:gd name="T79" fmla="*/ 864 h 2270"/>
                <a:gd name="T80" fmla="*/ 1278 w 1282"/>
                <a:gd name="T81" fmla="*/ 764 h 2270"/>
                <a:gd name="T82" fmla="*/ 1272 w 1282"/>
                <a:gd name="T83" fmla="*/ 714 h 2270"/>
                <a:gd name="T84" fmla="*/ 1252 w 1282"/>
                <a:gd name="T85" fmla="*/ 618 h 2270"/>
                <a:gd name="T86" fmla="*/ 1222 w 1282"/>
                <a:gd name="T87" fmla="*/ 528 h 2270"/>
                <a:gd name="T88" fmla="*/ 1180 w 1282"/>
                <a:gd name="T89" fmla="*/ 442 h 2270"/>
                <a:gd name="T90" fmla="*/ 1130 w 1282"/>
                <a:gd name="T91" fmla="*/ 364 h 2270"/>
                <a:gd name="T92" fmla="*/ 1072 w 1282"/>
                <a:gd name="T93" fmla="*/ 292 h 2270"/>
                <a:gd name="T94" fmla="*/ 1006 w 1282"/>
                <a:gd name="T95" fmla="*/ 226 h 2270"/>
                <a:gd name="T96" fmla="*/ 934 w 1282"/>
                <a:gd name="T97" fmla="*/ 168 h 2270"/>
                <a:gd name="T98" fmla="*/ 856 w 1282"/>
                <a:gd name="T99" fmla="*/ 118 h 2270"/>
                <a:gd name="T100" fmla="*/ 770 w 1282"/>
                <a:gd name="T101" fmla="*/ 76 h 2270"/>
                <a:gd name="T102" fmla="*/ 682 w 1282"/>
                <a:gd name="T103" fmla="*/ 44 h 2270"/>
                <a:gd name="T104" fmla="*/ 588 w 1282"/>
                <a:gd name="T105" fmla="*/ 20 h 2270"/>
                <a:gd name="T106" fmla="*/ 492 w 1282"/>
                <a:gd name="T107" fmla="*/ 4 h 2270"/>
                <a:gd name="T108" fmla="*/ 392 w 1282"/>
                <a:gd name="T109" fmla="*/ 0 h 2270"/>
                <a:gd name="T110" fmla="*/ 290 w 1282"/>
                <a:gd name="T111" fmla="*/ 6 h 2270"/>
                <a:gd name="T112" fmla="*/ 188 w 1282"/>
                <a:gd name="T113" fmla="*/ 22 h 2270"/>
                <a:gd name="T114" fmla="*/ 136 w 1282"/>
                <a:gd name="T115" fmla="*/ 34 h 2270"/>
                <a:gd name="T116" fmla="*/ 0 w 1282"/>
                <a:gd name="T117" fmla="*/ 80 h 2270"/>
                <a:gd name="T118" fmla="*/ 0 w 1282"/>
                <a:gd name="T119" fmla="*/ 80 h 22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282" h="2270">
                  <a:moveTo>
                    <a:pt x="0" y="80"/>
                  </a:moveTo>
                  <a:lnTo>
                    <a:pt x="0" y="80"/>
                  </a:lnTo>
                  <a:lnTo>
                    <a:pt x="66" y="58"/>
                  </a:lnTo>
                  <a:lnTo>
                    <a:pt x="132" y="42"/>
                  </a:lnTo>
                  <a:lnTo>
                    <a:pt x="198" y="30"/>
                  </a:lnTo>
                  <a:lnTo>
                    <a:pt x="266" y="22"/>
                  </a:lnTo>
                  <a:lnTo>
                    <a:pt x="334" y="18"/>
                  </a:lnTo>
                  <a:lnTo>
                    <a:pt x="402" y="20"/>
                  </a:lnTo>
                  <a:lnTo>
                    <a:pt x="468" y="24"/>
                  </a:lnTo>
                  <a:lnTo>
                    <a:pt x="534" y="34"/>
                  </a:lnTo>
                  <a:lnTo>
                    <a:pt x="600" y="50"/>
                  </a:lnTo>
                  <a:lnTo>
                    <a:pt x="664" y="68"/>
                  </a:lnTo>
                  <a:lnTo>
                    <a:pt x="694" y="80"/>
                  </a:lnTo>
                  <a:lnTo>
                    <a:pt x="726" y="92"/>
                  </a:lnTo>
                  <a:lnTo>
                    <a:pt x="756" y="104"/>
                  </a:lnTo>
                  <a:lnTo>
                    <a:pt x="786" y="120"/>
                  </a:lnTo>
                  <a:lnTo>
                    <a:pt x="814" y="134"/>
                  </a:lnTo>
                  <a:lnTo>
                    <a:pt x="842" y="152"/>
                  </a:lnTo>
                  <a:lnTo>
                    <a:pt x="870" y="170"/>
                  </a:lnTo>
                  <a:lnTo>
                    <a:pt x="896" y="188"/>
                  </a:lnTo>
                  <a:lnTo>
                    <a:pt x="924" y="208"/>
                  </a:lnTo>
                  <a:lnTo>
                    <a:pt x="948" y="228"/>
                  </a:lnTo>
                  <a:lnTo>
                    <a:pt x="972" y="250"/>
                  </a:lnTo>
                  <a:lnTo>
                    <a:pt x="996" y="274"/>
                  </a:lnTo>
                  <a:lnTo>
                    <a:pt x="996" y="274"/>
                  </a:lnTo>
                  <a:lnTo>
                    <a:pt x="1024" y="302"/>
                  </a:lnTo>
                  <a:lnTo>
                    <a:pt x="1048" y="332"/>
                  </a:lnTo>
                  <a:lnTo>
                    <a:pt x="1072" y="364"/>
                  </a:lnTo>
                  <a:lnTo>
                    <a:pt x="1096" y="398"/>
                  </a:lnTo>
                  <a:lnTo>
                    <a:pt x="1116" y="432"/>
                  </a:lnTo>
                  <a:lnTo>
                    <a:pt x="1136" y="468"/>
                  </a:lnTo>
                  <a:lnTo>
                    <a:pt x="1154" y="504"/>
                  </a:lnTo>
                  <a:lnTo>
                    <a:pt x="1168" y="542"/>
                  </a:lnTo>
                  <a:lnTo>
                    <a:pt x="1182" y="580"/>
                  </a:lnTo>
                  <a:lnTo>
                    <a:pt x="1194" y="620"/>
                  </a:lnTo>
                  <a:lnTo>
                    <a:pt x="1204" y="662"/>
                  </a:lnTo>
                  <a:lnTo>
                    <a:pt x="1212" y="704"/>
                  </a:lnTo>
                  <a:lnTo>
                    <a:pt x="1218" y="748"/>
                  </a:lnTo>
                  <a:lnTo>
                    <a:pt x="1222" y="792"/>
                  </a:lnTo>
                  <a:lnTo>
                    <a:pt x="1224" y="836"/>
                  </a:lnTo>
                  <a:lnTo>
                    <a:pt x="1224" y="882"/>
                  </a:lnTo>
                  <a:lnTo>
                    <a:pt x="1220" y="928"/>
                  </a:lnTo>
                  <a:lnTo>
                    <a:pt x="1214" y="976"/>
                  </a:lnTo>
                  <a:lnTo>
                    <a:pt x="1206" y="1024"/>
                  </a:lnTo>
                  <a:lnTo>
                    <a:pt x="1196" y="1072"/>
                  </a:lnTo>
                  <a:lnTo>
                    <a:pt x="1182" y="1122"/>
                  </a:lnTo>
                  <a:lnTo>
                    <a:pt x="1168" y="1172"/>
                  </a:lnTo>
                  <a:lnTo>
                    <a:pt x="1148" y="1224"/>
                  </a:lnTo>
                  <a:lnTo>
                    <a:pt x="1126" y="1274"/>
                  </a:lnTo>
                  <a:lnTo>
                    <a:pt x="1102" y="1326"/>
                  </a:lnTo>
                  <a:lnTo>
                    <a:pt x="1076" y="1378"/>
                  </a:lnTo>
                  <a:lnTo>
                    <a:pt x="1044" y="1430"/>
                  </a:lnTo>
                  <a:lnTo>
                    <a:pt x="1012" y="1484"/>
                  </a:lnTo>
                  <a:lnTo>
                    <a:pt x="974" y="1538"/>
                  </a:lnTo>
                  <a:lnTo>
                    <a:pt x="936" y="1590"/>
                  </a:lnTo>
                  <a:lnTo>
                    <a:pt x="892" y="1644"/>
                  </a:lnTo>
                  <a:lnTo>
                    <a:pt x="846" y="1698"/>
                  </a:lnTo>
                  <a:lnTo>
                    <a:pt x="1018" y="2270"/>
                  </a:lnTo>
                  <a:lnTo>
                    <a:pt x="890" y="1724"/>
                  </a:lnTo>
                  <a:lnTo>
                    <a:pt x="890" y="1724"/>
                  </a:lnTo>
                  <a:lnTo>
                    <a:pt x="910" y="1704"/>
                  </a:lnTo>
                  <a:lnTo>
                    <a:pt x="930" y="1680"/>
                  </a:lnTo>
                  <a:lnTo>
                    <a:pt x="958" y="1650"/>
                  </a:lnTo>
                  <a:lnTo>
                    <a:pt x="990" y="1610"/>
                  </a:lnTo>
                  <a:lnTo>
                    <a:pt x="1026" y="1562"/>
                  </a:lnTo>
                  <a:lnTo>
                    <a:pt x="1064" y="1508"/>
                  </a:lnTo>
                  <a:lnTo>
                    <a:pt x="1102" y="1446"/>
                  </a:lnTo>
                  <a:lnTo>
                    <a:pt x="1142" y="1378"/>
                  </a:lnTo>
                  <a:lnTo>
                    <a:pt x="1160" y="1342"/>
                  </a:lnTo>
                  <a:lnTo>
                    <a:pt x="1178" y="1304"/>
                  </a:lnTo>
                  <a:lnTo>
                    <a:pt x="1194" y="1266"/>
                  </a:lnTo>
                  <a:lnTo>
                    <a:pt x="1210" y="1226"/>
                  </a:lnTo>
                  <a:lnTo>
                    <a:pt x="1226" y="1184"/>
                  </a:lnTo>
                  <a:lnTo>
                    <a:pt x="1238" y="1142"/>
                  </a:lnTo>
                  <a:lnTo>
                    <a:pt x="1250" y="1098"/>
                  </a:lnTo>
                  <a:lnTo>
                    <a:pt x="1260" y="1052"/>
                  </a:lnTo>
                  <a:lnTo>
                    <a:pt x="1270" y="1008"/>
                  </a:lnTo>
                  <a:lnTo>
                    <a:pt x="1276" y="960"/>
                  </a:lnTo>
                  <a:lnTo>
                    <a:pt x="1280" y="912"/>
                  </a:lnTo>
                  <a:lnTo>
                    <a:pt x="1282" y="864"/>
                  </a:lnTo>
                  <a:lnTo>
                    <a:pt x="1282" y="814"/>
                  </a:lnTo>
                  <a:lnTo>
                    <a:pt x="1278" y="764"/>
                  </a:lnTo>
                  <a:lnTo>
                    <a:pt x="1278" y="764"/>
                  </a:lnTo>
                  <a:lnTo>
                    <a:pt x="1272" y="714"/>
                  </a:lnTo>
                  <a:lnTo>
                    <a:pt x="1264" y="666"/>
                  </a:lnTo>
                  <a:lnTo>
                    <a:pt x="1252" y="618"/>
                  </a:lnTo>
                  <a:lnTo>
                    <a:pt x="1238" y="572"/>
                  </a:lnTo>
                  <a:lnTo>
                    <a:pt x="1222" y="528"/>
                  </a:lnTo>
                  <a:lnTo>
                    <a:pt x="1202" y="484"/>
                  </a:lnTo>
                  <a:lnTo>
                    <a:pt x="1180" y="442"/>
                  </a:lnTo>
                  <a:lnTo>
                    <a:pt x="1156" y="402"/>
                  </a:lnTo>
                  <a:lnTo>
                    <a:pt x="1130" y="364"/>
                  </a:lnTo>
                  <a:lnTo>
                    <a:pt x="1102" y="326"/>
                  </a:lnTo>
                  <a:lnTo>
                    <a:pt x="1072" y="292"/>
                  </a:lnTo>
                  <a:lnTo>
                    <a:pt x="1040" y="258"/>
                  </a:lnTo>
                  <a:lnTo>
                    <a:pt x="1006" y="226"/>
                  </a:lnTo>
                  <a:lnTo>
                    <a:pt x="972" y="196"/>
                  </a:lnTo>
                  <a:lnTo>
                    <a:pt x="934" y="168"/>
                  </a:lnTo>
                  <a:lnTo>
                    <a:pt x="896" y="142"/>
                  </a:lnTo>
                  <a:lnTo>
                    <a:pt x="856" y="118"/>
                  </a:lnTo>
                  <a:lnTo>
                    <a:pt x="814" y="96"/>
                  </a:lnTo>
                  <a:lnTo>
                    <a:pt x="770" y="76"/>
                  </a:lnTo>
                  <a:lnTo>
                    <a:pt x="726" y="58"/>
                  </a:lnTo>
                  <a:lnTo>
                    <a:pt x="682" y="44"/>
                  </a:lnTo>
                  <a:lnTo>
                    <a:pt x="636" y="30"/>
                  </a:lnTo>
                  <a:lnTo>
                    <a:pt x="588" y="20"/>
                  </a:lnTo>
                  <a:lnTo>
                    <a:pt x="540" y="10"/>
                  </a:lnTo>
                  <a:lnTo>
                    <a:pt x="492" y="4"/>
                  </a:lnTo>
                  <a:lnTo>
                    <a:pt x="442" y="0"/>
                  </a:lnTo>
                  <a:lnTo>
                    <a:pt x="392" y="0"/>
                  </a:lnTo>
                  <a:lnTo>
                    <a:pt x="342" y="2"/>
                  </a:lnTo>
                  <a:lnTo>
                    <a:pt x="290" y="6"/>
                  </a:lnTo>
                  <a:lnTo>
                    <a:pt x="240" y="12"/>
                  </a:lnTo>
                  <a:lnTo>
                    <a:pt x="188" y="22"/>
                  </a:lnTo>
                  <a:lnTo>
                    <a:pt x="136" y="34"/>
                  </a:lnTo>
                  <a:lnTo>
                    <a:pt x="136" y="34"/>
                  </a:lnTo>
                  <a:lnTo>
                    <a:pt x="66" y="56"/>
                  </a:lnTo>
                  <a:lnTo>
                    <a:pt x="0" y="80"/>
                  </a:lnTo>
                  <a:lnTo>
                    <a:pt x="0" y="80"/>
                  </a:lnTo>
                  <a:close/>
                  <a:moveTo>
                    <a:pt x="0" y="80"/>
                  </a:moveTo>
                  <a:lnTo>
                    <a:pt x="0" y="8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1" rIns="91440" bIns="45721"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1" b="0" i="0" u="none" strike="noStrike" kern="1200" cap="none" spc="0" normalizeH="0" baseline="0" noProof="0">
                <a:ln>
                  <a:noFill/>
                </a:ln>
                <a:solidFill>
                  <a:prstClr val="black"/>
                </a:solidFill>
                <a:effectLst/>
                <a:uLnTx/>
                <a:uFillTx/>
                <a:latin typeface="Verdana"/>
                <a:ea typeface="+mn-ea"/>
                <a:cs typeface="+mn-cs"/>
              </a:endParaRPr>
            </a:p>
          </p:txBody>
        </p:sp>
        <p:sp>
          <p:nvSpPr>
            <p:cNvPr id="172" name="Freeform 335">
              <a:extLst>
                <a:ext uri="{FF2B5EF4-FFF2-40B4-BE49-F238E27FC236}">
                  <a16:creationId xmlns:a16="http://schemas.microsoft.com/office/drawing/2014/main" id="{9BEE546C-7895-4D54-8D8A-FFC7C06FBA0F}"/>
                </a:ext>
              </a:extLst>
            </p:cNvPr>
            <p:cNvSpPr>
              <a:spLocks/>
            </p:cNvSpPr>
            <p:nvPr/>
          </p:nvSpPr>
          <p:spPr bwMode="auto">
            <a:xfrm>
              <a:off x="3859233" y="4725354"/>
              <a:ext cx="113149" cy="200350"/>
            </a:xfrm>
            <a:custGeom>
              <a:avLst/>
              <a:gdLst>
                <a:gd name="T0" fmla="*/ 0 w 1282"/>
                <a:gd name="T1" fmla="*/ 80 h 2270"/>
                <a:gd name="T2" fmla="*/ 132 w 1282"/>
                <a:gd name="T3" fmla="*/ 42 h 2270"/>
                <a:gd name="T4" fmla="*/ 266 w 1282"/>
                <a:gd name="T5" fmla="*/ 22 h 2270"/>
                <a:gd name="T6" fmla="*/ 402 w 1282"/>
                <a:gd name="T7" fmla="*/ 20 h 2270"/>
                <a:gd name="T8" fmla="*/ 534 w 1282"/>
                <a:gd name="T9" fmla="*/ 34 h 2270"/>
                <a:gd name="T10" fmla="*/ 664 w 1282"/>
                <a:gd name="T11" fmla="*/ 68 h 2270"/>
                <a:gd name="T12" fmla="*/ 726 w 1282"/>
                <a:gd name="T13" fmla="*/ 92 h 2270"/>
                <a:gd name="T14" fmla="*/ 786 w 1282"/>
                <a:gd name="T15" fmla="*/ 120 h 2270"/>
                <a:gd name="T16" fmla="*/ 842 w 1282"/>
                <a:gd name="T17" fmla="*/ 152 h 2270"/>
                <a:gd name="T18" fmla="*/ 896 w 1282"/>
                <a:gd name="T19" fmla="*/ 188 h 2270"/>
                <a:gd name="T20" fmla="*/ 948 w 1282"/>
                <a:gd name="T21" fmla="*/ 228 h 2270"/>
                <a:gd name="T22" fmla="*/ 996 w 1282"/>
                <a:gd name="T23" fmla="*/ 274 h 2270"/>
                <a:gd name="T24" fmla="*/ 1024 w 1282"/>
                <a:gd name="T25" fmla="*/ 302 h 2270"/>
                <a:gd name="T26" fmla="*/ 1072 w 1282"/>
                <a:gd name="T27" fmla="*/ 364 h 2270"/>
                <a:gd name="T28" fmla="*/ 1116 w 1282"/>
                <a:gd name="T29" fmla="*/ 432 h 2270"/>
                <a:gd name="T30" fmla="*/ 1154 w 1282"/>
                <a:gd name="T31" fmla="*/ 504 h 2270"/>
                <a:gd name="T32" fmla="*/ 1182 w 1282"/>
                <a:gd name="T33" fmla="*/ 580 h 2270"/>
                <a:gd name="T34" fmla="*/ 1204 w 1282"/>
                <a:gd name="T35" fmla="*/ 662 h 2270"/>
                <a:gd name="T36" fmla="*/ 1218 w 1282"/>
                <a:gd name="T37" fmla="*/ 748 h 2270"/>
                <a:gd name="T38" fmla="*/ 1224 w 1282"/>
                <a:gd name="T39" fmla="*/ 836 h 2270"/>
                <a:gd name="T40" fmla="*/ 1220 w 1282"/>
                <a:gd name="T41" fmla="*/ 928 h 2270"/>
                <a:gd name="T42" fmla="*/ 1206 w 1282"/>
                <a:gd name="T43" fmla="*/ 1024 h 2270"/>
                <a:gd name="T44" fmla="*/ 1182 w 1282"/>
                <a:gd name="T45" fmla="*/ 1122 h 2270"/>
                <a:gd name="T46" fmla="*/ 1148 w 1282"/>
                <a:gd name="T47" fmla="*/ 1224 h 2270"/>
                <a:gd name="T48" fmla="*/ 1102 w 1282"/>
                <a:gd name="T49" fmla="*/ 1326 h 2270"/>
                <a:gd name="T50" fmla="*/ 1044 w 1282"/>
                <a:gd name="T51" fmla="*/ 1430 h 2270"/>
                <a:gd name="T52" fmla="*/ 974 w 1282"/>
                <a:gd name="T53" fmla="*/ 1538 h 2270"/>
                <a:gd name="T54" fmla="*/ 892 w 1282"/>
                <a:gd name="T55" fmla="*/ 1644 h 2270"/>
                <a:gd name="T56" fmla="*/ 1018 w 1282"/>
                <a:gd name="T57" fmla="*/ 2270 h 2270"/>
                <a:gd name="T58" fmla="*/ 890 w 1282"/>
                <a:gd name="T59" fmla="*/ 1724 h 2270"/>
                <a:gd name="T60" fmla="*/ 930 w 1282"/>
                <a:gd name="T61" fmla="*/ 1680 h 2270"/>
                <a:gd name="T62" fmla="*/ 990 w 1282"/>
                <a:gd name="T63" fmla="*/ 1610 h 2270"/>
                <a:gd name="T64" fmla="*/ 1064 w 1282"/>
                <a:gd name="T65" fmla="*/ 1508 h 2270"/>
                <a:gd name="T66" fmla="*/ 1142 w 1282"/>
                <a:gd name="T67" fmla="*/ 1378 h 2270"/>
                <a:gd name="T68" fmla="*/ 1178 w 1282"/>
                <a:gd name="T69" fmla="*/ 1304 h 2270"/>
                <a:gd name="T70" fmla="*/ 1210 w 1282"/>
                <a:gd name="T71" fmla="*/ 1226 h 2270"/>
                <a:gd name="T72" fmla="*/ 1238 w 1282"/>
                <a:gd name="T73" fmla="*/ 1142 h 2270"/>
                <a:gd name="T74" fmla="*/ 1260 w 1282"/>
                <a:gd name="T75" fmla="*/ 1052 h 2270"/>
                <a:gd name="T76" fmla="*/ 1276 w 1282"/>
                <a:gd name="T77" fmla="*/ 960 h 2270"/>
                <a:gd name="T78" fmla="*/ 1282 w 1282"/>
                <a:gd name="T79" fmla="*/ 864 h 2270"/>
                <a:gd name="T80" fmla="*/ 1278 w 1282"/>
                <a:gd name="T81" fmla="*/ 764 h 2270"/>
                <a:gd name="T82" fmla="*/ 1272 w 1282"/>
                <a:gd name="T83" fmla="*/ 714 h 2270"/>
                <a:gd name="T84" fmla="*/ 1252 w 1282"/>
                <a:gd name="T85" fmla="*/ 618 h 2270"/>
                <a:gd name="T86" fmla="*/ 1222 w 1282"/>
                <a:gd name="T87" fmla="*/ 528 h 2270"/>
                <a:gd name="T88" fmla="*/ 1180 w 1282"/>
                <a:gd name="T89" fmla="*/ 442 h 2270"/>
                <a:gd name="T90" fmla="*/ 1130 w 1282"/>
                <a:gd name="T91" fmla="*/ 364 h 2270"/>
                <a:gd name="T92" fmla="*/ 1072 w 1282"/>
                <a:gd name="T93" fmla="*/ 292 h 2270"/>
                <a:gd name="T94" fmla="*/ 1006 w 1282"/>
                <a:gd name="T95" fmla="*/ 226 h 2270"/>
                <a:gd name="T96" fmla="*/ 934 w 1282"/>
                <a:gd name="T97" fmla="*/ 168 h 2270"/>
                <a:gd name="T98" fmla="*/ 856 w 1282"/>
                <a:gd name="T99" fmla="*/ 118 h 2270"/>
                <a:gd name="T100" fmla="*/ 770 w 1282"/>
                <a:gd name="T101" fmla="*/ 76 h 2270"/>
                <a:gd name="T102" fmla="*/ 682 w 1282"/>
                <a:gd name="T103" fmla="*/ 44 h 2270"/>
                <a:gd name="T104" fmla="*/ 588 w 1282"/>
                <a:gd name="T105" fmla="*/ 20 h 2270"/>
                <a:gd name="T106" fmla="*/ 492 w 1282"/>
                <a:gd name="T107" fmla="*/ 4 h 2270"/>
                <a:gd name="T108" fmla="*/ 392 w 1282"/>
                <a:gd name="T109" fmla="*/ 0 h 2270"/>
                <a:gd name="T110" fmla="*/ 290 w 1282"/>
                <a:gd name="T111" fmla="*/ 6 h 2270"/>
                <a:gd name="T112" fmla="*/ 188 w 1282"/>
                <a:gd name="T113" fmla="*/ 22 h 2270"/>
                <a:gd name="T114" fmla="*/ 136 w 1282"/>
                <a:gd name="T115" fmla="*/ 34 h 2270"/>
                <a:gd name="T116" fmla="*/ 0 w 1282"/>
                <a:gd name="T117" fmla="*/ 80 h 22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282" h="2270">
                  <a:moveTo>
                    <a:pt x="0" y="80"/>
                  </a:moveTo>
                  <a:lnTo>
                    <a:pt x="0" y="80"/>
                  </a:lnTo>
                  <a:lnTo>
                    <a:pt x="66" y="58"/>
                  </a:lnTo>
                  <a:lnTo>
                    <a:pt x="132" y="42"/>
                  </a:lnTo>
                  <a:lnTo>
                    <a:pt x="198" y="30"/>
                  </a:lnTo>
                  <a:lnTo>
                    <a:pt x="266" y="22"/>
                  </a:lnTo>
                  <a:lnTo>
                    <a:pt x="334" y="18"/>
                  </a:lnTo>
                  <a:lnTo>
                    <a:pt x="402" y="20"/>
                  </a:lnTo>
                  <a:lnTo>
                    <a:pt x="468" y="24"/>
                  </a:lnTo>
                  <a:lnTo>
                    <a:pt x="534" y="34"/>
                  </a:lnTo>
                  <a:lnTo>
                    <a:pt x="600" y="50"/>
                  </a:lnTo>
                  <a:lnTo>
                    <a:pt x="664" y="68"/>
                  </a:lnTo>
                  <a:lnTo>
                    <a:pt x="694" y="80"/>
                  </a:lnTo>
                  <a:lnTo>
                    <a:pt x="726" y="92"/>
                  </a:lnTo>
                  <a:lnTo>
                    <a:pt x="756" y="104"/>
                  </a:lnTo>
                  <a:lnTo>
                    <a:pt x="786" y="120"/>
                  </a:lnTo>
                  <a:lnTo>
                    <a:pt x="814" y="134"/>
                  </a:lnTo>
                  <a:lnTo>
                    <a:pt x="842" y="152"/>
                  </a:lnTo>
                  <a:lnTo>
                    <a:pt x="870" y="170"/>
                  </a:lnTo>
                  <a:lnTo>
                    <a:pt x="896" y="188"/>
                  </a:lnTo>
                  <a:lnTo>
                    <a:pt x="924" y="208"/>
                  </a:lnTo>
                  <a:lnTo>
                    <a:pt x="948" y="228"/>
                  </a:lnTo>
                  <a:lnTo>
                    <a:pt x="972" y="250"/>
                  </a:lnTo>
                  <a:lnTo>
                    <a:pt x="996" y="274"/>
                  </a:lnTo>
                  <a:lnTo>
                    <a:pt x="996" y="274"/>
                  </a:lnTo>
                  <a:lnTo>
                    <a:pt x="1024" y="302"/>
                  </a:lnTo>
                  <a:lnTo>
                    <a:pt x="1048" y="332"/>
                  </a:lnTo>
                  <a:lnTo>
                    <a:pt x="1072" y="364"/>
                  </a:lnTo>
                  <a:lnTo>
                    <a:pt x="1096" y="398"/>
                  </a:lnTo>
                  <a:lnTo>
                    <a:pt x="1116" y="432"/>
                  </a:lnTo>
                  <a:lnTo>
                    <a:pt x="1136" y="468"/>
                  </a:lnTo>
                  <a:lnTo>
                    <a:pt x="1154" y="504"/>
                  </a:lnTo>
                  <a:lnTo>
                    <a:pt x="1168" y="542"/>
                  </a:lnTo>
                  <a:lnTo>
                    <a:pt x="1182" y="580"/>
                  </a:lnTo>
                  <a:lnTo>
                    <a:pt x="1194" y="620"/>
                  </a:lnTo>
                  <a:lnTo>
                    <a:pt x="1204" y="662"/>
                  </a:lnTo>
                  <a:lnTo>
                    <a:pt x="1212" y="704"/>
                  </a:lnTo>
                  <a:lnTo>
                    <a:pt x="1218" y="748"/>
                  </a:lnTo>
                  <a:lnTo>
                    <a:pt x="1222" y="792"/>
                  </a:lnTo>
                  <a:lnTo>
                    <a:pt x="1224" y="836"/>
                  </a:lnTo>
                  <a:lnTo>
                    <a:pt x="1224" y="882"/>
                  </a:lnTo>
                  <a:lnTo>
                    <a:pt x="1220" y="928"/>
                  </a:lnTo>
                  <a:lnTo>
                    <a:pt x="1214" y="976"/>
                  </a:lnTo>
                  <a:lnTo>
                    <a:pt x="1206" y="1024"/>
                  </a:lnTo>
                  <a:lnTo>
                    <a:pt x="1196" y="1072"/>
                  </a:lnTo>
                  <a:lnTo>
                    <a:pt x="1182" y="1122"/>
                  </a:lnTo>
                  <a:lnTo>
                    <a:pt x="1168" y="1172"/>
                  </a:lnTo>
                  <a:lnTo>
                    <a:pt x="1148" y="1224"/>
                  </a:lnTo>
                  <a:lnTo>
                    <a:pt x="1126" y="1274"/>
                  </a:lnTo>
                  <a:lnTo>
                    <a:pt x="1102" y="1326"/>
                  </a:lnTo>
                  <a:lnTo>
                    <a:pt x="1076" y="1378"/>
                  </a:lnTo>
                  <a:lnTo>
                    <a:pt x="1044" y="1430"/>
                  </a:lnTo>
                  <a:lnTo>
                    <a:pt x="1012" y="1484"/>
                  </a:lnTo>
                  <a:lnTo>
                    <a:pt x="974" y="1538"/>
                  </a:lnTo>
                  <a:lnTo>
                    <a:pt x="936" y="1590"/>
                  </a:lnTo>
                  <a:lnTo>
                    <a:pt x="892" y="1644"/>
                  </a:lnTo>
                  <a:lnTo>
                    <a:pt x="846" y="1698"/>
                  </a:lnTo>
                  <a:lnTo>
                    <a:pt x="1018" y="2270"/>
                  </a:lnTo>
                  <a:lnTo>
                    <a:pt x="890" y="1724"/>
                  </a:lnTo>
                  <a:lnTo>
                    <a:pt x="890" y="1724"/>
                  </a:lnTo>
                  <a:lnTo>
                    <a:pt x="910" y="1704"/>
                  </a:lnTo>
                  <a:lnTo>
                    <a:pt x="930" y="1680"/>
                  </a:lnTo>
                  <a:lnTo>
                    <a:pt x="958" y="1650"/>
                  </a:lnTo>
                  <a:lnTo>
                    <a:pt x="990" y="1610"/>
                  </a:lnTo>
                  <a:lnTo>
                    <a:pt x="1026" y="1562"/>
                  </a:lnTo>
                  <a:lnTo>
                    <a:pt x="1064" y="1508"/>
                  </a:lnTo>
                  <a:lnTo>
                    <a:pt x="1102" y="1446"/>
                  </a:lnTo>
                  <a:lnTo>
                    <a:pt x="1142" y="1378"/>
                  </a:lnTo>
                  <a:lnTo>
                    <a:pt x="1160" y="1342"/>
                  </a:lnTo>
                  <a:lnTo>
                    <a:pt x="1178" y="1304"/>
                  </a:lnTo>
                  <a:lnTo>
                    <a:pt x="1194" y="1266"/>
                  </a:lnTo>
                  <a:lnTo>
                    <a:pt x="1210" y="1226"/>
                  </a:lnTo>
                  <a:lnTo>
                    <a:pt x="1226" y="1184"/>
                  </a:lnTo>
                  <a:lnTo>
                    <a:pt x="1238" y="1142"/>
                  </a:lnTo>
                  <a:lnTo>
                    <a:pt x="1250" y="1098"/>
                  </a:lnTo>
                  <a:lnTo>
                    <a:pt x="1260" y="1052"/>
                  </a:lnTo>
                  <a:lnTo>
                    <a:pt x="1270" y="1008"/>
                  </a:lnTo>
                  <a:lnTo>
                    <a:pt x="1276" y="960"/>
                  </a:lnTo>
                  <a:lnTo>
                    <a:pt x="1280" y="912"/>
                  </a:lnTo>
                  <a:lnTo>
                    <a:pt x="1282" y="864"/>
                  </a:lnTo>
                  <a:lnTo>
                    <a:pt x="1282" y="814"/>
                  </a:lnTo>
                  <a:lnTo>
                    <a:pt x="1278" y="764"/>
                  </a:lnTo>
                  <a:lnTo>
                    <a:pt x="1278" y="764"/>
                  </a:lnTo>
                  <a:lnTo>
                    <a:pt x="1272" y="714"/>
                  </a:lnTo>
                  <a:lnTo>
                    <a:pt x="1264" y="666"/>
                  </a:lnTo>
                  <a:lnTo>
                    <a:pt x="1252" y="618"/>
                  </a:lnTo>
                  <a:lnTo>
                    <a:pt x="1238" y="572"/>
                  </a:lnTo>
                  <a:lnTo>
                    <a:pt x="1222" y="528"/>
                  </a:lnTo>
                  <a:lnTo>
                    <a:pt x="1202" y="484"/>
                  </a:lnTo>
                  <a:lnTo>
                    <a:pt x="1180" y="442"/>
                  </a:lnTo>
                  <a:lnTo>
                    <a:pt x="1156" y="402"/>
                  </a:lnTo>
                  <a:lnTo>
                    <a:pt x="1130" y="364"/>
                  </a:lnTo>
                  <a:lnTo>
                    <a:pt x="1102" y="326"/>
                  </a:lnTo>
                  <a:lnTo>
                    <a:pt x="1072" y="292"/>
                  </a:lnTo>
                  <a:lnTo>
                    <a:pt x="1040" y="258"/>
                  </a:lnTo>
                  <a:lnTo>
                    <a:pt x="1006" y="226"/>
                  </a:lnTo>
                  <a:lnTo>
                    <a:pt x="972" y="196"/>
                  </a:lnTo>
                  <a:lnTo>
                    <a:pt x="934" y="168"/>
                  </a:lnTo>
                  <a:lnTo>
                    <a:pt x="896" y="142"/>
                  </a:lnTo>
                  <a:lnTo>
                    <a:pt x="856" y="118"/>
                  </a:lnTo>
                  <a:lnTo>
                    <a:pt x="814" y="96"/>
                  </a:lnTo>
                  <a:lnTo>
                    <a:pt x="770" y="76"/>
                  </a:lnTo>
                  <a:lnTo>
                    <a:pt x="726" y="58"/>
                  </a:lnTo>
                  <a:lnTo>
                    <a:pt x="682" y="44"/>
                  </a:lnTo>
                  <a:lnTo>
                    <a:pt x="636" y="30"/>
                  </a:lnTo>
                  <a:lnTo>
                    <a:pt x="588" y="20"/>
                  </a:lnTo>
                  <a:lnTo>
                    <a:pt x="540" y="10"/>
                  </a:lnTo>
                  <a:lnTo>
                    <a:pt x="492" y="4"/>
                  </a:lnTo>
                  <a:lnTo>
                    <a:pt x="442" y="0"/>
                  </a:lnTo>
                  <a:lnTo>
                    <a:pt x="392" y="0"/>
                  </a:lnTo>
                  <a:lnTo>
                    <a:pt x="342" y="2"/>
                  </a:lnTo>
                  <a:lnTo>
                    <a:pt x="290" y="6"/>
                  </a:lnTo>
                  <a:lnTo>
                    <a:pt x="240" y="12"/>
                  </a:lnTo>
                  <a:lnTo>
                    <a:pt x="188" y="22"/>
                  </a:lnTo>
                  <a:lnTo>
                    <a:pt x="136" y="34"/>
                  </a:lnTo>
                  <a:lnTo>
                    <a:pt x="136" y="34"/>
                  </a:lnTo>
                  <a:lnTo>
                    <a:pt x="66" y="56"/>
                  </a:lnTo>
                  <a:lnTo>
                    <a:pt x="0" y="80"/>
                  </a:lnTo>
                  <a:lnTo>
                    <a:pt x="0" y="80"/>
                  </a:lnTo>
                </a:path>
              </a:pathLst>
            </a:custGeom>
            <a:solidFill>
              <a:schemeClr val="bg1"/>
            </a:solidFill>
            <a:ln>
              <a:noFill/>
            </a:ln>
          </p:spPr>
          <p:txBody>
            <a:bodyPr vert="horz" wrap="square" lIns="91440" tIns="45721" rIns="91440" bIns="45721"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1" b="0" i="0" u="none" strike="noStrike" kern="1200" cap="none" spc="0" normalizeH="0" baseline="0" noProof="0">
                <a:ln>
                  <a:noFill/>
                </a:ln>
                <a:solidFill>
                  <a:prstClr val="black"/>
                </a:solidFill>
                <a:effectLst/>
                <a:uLnTx/>
                <a:uFillTx/>
                <a:latin typeface="Verdana"/>
                <a:ea typeface="+mn-ea"/>
                <a:cs typeface="+mn-cs"/>
              </a:endParaRPr>
            </a:p>
          </p:txBody>
        </p:sp>
        <p:sp>
          <p:nvSpPr>
            <p:cNvPr id="173" name="Line 336">
              <a:extLst>
                <a:ext uri="{FF2B5EF4-FFF2-40B4-BE49-F238E27FC236}">
                  <a16:creationId xmlns:a16="http://schemas.microsoft.com/office/drawing/2014/main" id="{B8344F58-40A9-4DBB-89AA-3C83567D755D}"/>
                </a:ext>
              </a:extLst>
            </p:cNvPr>
            <p:cNvSpPr>
              <a:spLocks noChangeShapeType="1"/>
            </p:cNvSpPr>
            <p:nvPr/>
          </p:nvSpPr>
          <p:spPr bwMode="auto">
            <a:xfrm>
              <a:off x="3859233" y="4732415"/>
              <a:ext cx="0" cy="0"/>
            </a:xfrm>
            <a:prstGeom prst="line">
              <a:avLst/>
            </a:pr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1" rIns="91440" bIns="45721"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1" b="0" i="0" u="none" strike="noStrike" kern="1200" cap="none" spc="0" normalizeH="0" baseline="0" noProof="0">
                <a:ln>
                  <a:noFill/>
                </a:ln>
                <a:solidFill>
                  <a:prstClr val="black"/>
                </a:solidFill>
                <a:effectLst/>
                <a:uLnTx/>
                <a:uFillTx/>
                <a:latin typeface="Verdana"/>
                <a:ea typeface="+mn-ea"/>
                <a:cs typeface="+mn-cs"/>
              </a:endParaRPr>
            </a:p>
          </p:txBody>
        </p:sp>
        <p:sp>
          <p:nvSpPr>
            <p:cNvPr id="174" name="Freeform 337">
              <a:extLst>
                <a:ext uri="{FF2B5EF4-FFF2-40B4-BE49-F238E27FC236}">
                  <a16:creationId xmlns:a16="http://schemas.microsoft.com/office/drawing/2014/main" id="{AAB23B50-CF87-448A-9403-C88657018DB8}"/>
                </a:ext>
              </a:extLst>
            </p:cNvPr>
            <p:cNvSpPr>
              <a:spLocks noEditPoints="1"/>
            </p:cNvSpPr>
            <p:nvPr/>
          </p:nvSpPr>
          <p:spPr bwMode="auto">
            <a:xfrm>
              <a:off x="3865235" y="4751832"/>
              <a:ext cx="57016" cy="70961"/>
            </a:xfrm>
            <a:custGeom>
              <a:avLst/>
              <a:gdLst>
                <a:gd name="T0" fmla="*/ 322 w 646"/>
                <a:gd name="T1" fmla="*/ 0 h 804"/>
                <a:gd name="T2" fmla="*/ 388 w 646"/>
                <a:gd name="T3" fmla="*/ 8 h 804"/>
                <a:gd name="T4" fmla="*/ 448 w 646"/>
                <a:gd name="T5" fmla="*/ 26 h 804"/>
                <a:gd name="T6" fmla="*/ 504 w 646"/>
                <a:gd name="T7" fmla="*/ 58 h 804"/>
                <a:gd name="T8" fmla="*/ 552 w 646"/>
                <a:gd name="T9" fmla="*/ 98 h 804"/>
                <a:gd name="T10" fmla="*/ 590 w 646"/>
                <a:gd name="T11" fmla="*/ 146 h 804"/>
                <a:gd name="T12" fmla="*/ 620 w 646"/>
                <a:gd name="T13" fmla="*/ 202 h 804"/>
                <a:gd name="T14" fmla="*/ 640 w 646"/>
                <a:gd name="T15" fmla="*/ 264 h 804"/>
                <a:gd name="T16" fmla="*/ 646 w 646"/>
                <a:gd name="T17" fmla="*/ 332 h 804"/>
                <a:gd name="T18" fmla="*/ 644 w 646"/>
                <a:gd name="T19" fmla="*/ 354 h 804"/>
                <a:gd name="T20" fmla="*/ 638 w 646"/>
                <a:gd name="T21" fmla="*/ 398 h 804"/>
                <a:gd name="T22" fmla="*/ 628 w 646"/>
                <a:gd name="T23" fmla="*/ 442 h 804"/>
                <a:gd name="T24" fmla="*/ 610 w 646"/>
                <a:gd name="T25" fmla="*/ 482 h 804"/>
                <a:gd name="T26" fmla="*/ 588 w 646"/>
                <a:gd name="T27" fmla="*/ 518 h 804"/>
                <a:gd name="T28" fmla="*/ 562 w 646"/>
                <a:gd name="T29" fmla="*/ 552 h 804"/>
                <a:gd name="T30" fmla="*/ 532 w 646"/>
                <a:gd name="T31" fmla="*/ 582 h 804"/>
                <a:gd name="T32" fmla="*/ 500 w 646"/>
                <a:gd name="T33" fmla="*/ 608 h 804"/>
                <a:gd name="T34" fmla="*/ 482 w 646"/>
                <a:gd name="T35" fmla="*/ 770 h 804"/>
                <a:gd name="T36" fmla="*/ 480 w 646"/>
                <a:gd name="T37" fmla="*/ 778 h 804"/>
                <a:gd name="T38" fmla="*/ 476 w 646"/>
                <a:gd name="T39" fmla="*/ 788 h 804"/>
                <a:gd name="T40" fmla="*/ 468 w 646"/>
                <a:gd name="T41" fmla="*/ 798 h 804"/>
                <a:gd name="T42" fmla="*/ 456 w 646"/>
                <a:gd name="T43" fmla="*/ 802 h 804"/>
                <a:gd name="T44" fmla="*/ 212 w 646"/>
                <a:gd name="T45" fmla="*/ 804 h 804"/>
                <a:gd name="T46" fmla="*/ 206 w 646"/>
                <a:gd name="T47" fmla="*/ 802 h 804"/>
                <a:gd name="T48" fmla="*/ 194 w 646"/>
                <a:gd name="T49" fmla="*/ 798 h 804"/>
                <a:gd name="T50" fmla="*/ 186 w 646"/>
                <a:gd name="T51" fmla="*/ 788 h 804"/>
                <a:gd name="T52" fmla="*/ 180 w 646"/>
                <a:gd name="T53" fmla="*/ 778 h 804"/>
                <a:gd name="T54" fmla="*/ 180 w 646"/>
                <a:gd name="T55" fmla="*/ 628 h 804"/>
                <a:gd name="T56" fmla="*/ 160 w 646"/>
                <a:gd name="T57" fmla="*/ 618 h 804"/>
                <a:gd name="T58" fmla="*/ 124 w 646"/>
                <a:gd name="T59" fmla="*/ 592 h 804"/>
                <a:gd name="T60" fmla="*/ 90 w 646"/>
                <a:gd name="T61" fmla="*/ 562 h 804"/>
                <a:gd name="T62" fmla="*/ 62 w 646"/>
                <a:gd name="T63" fmla="*/ 526 h 804"/>
                <a:gd name="T64" fmla="*/ 38 w 646"/>
                <a:gd name="T65" fmla="*/ 488 h 804"/>
                <a:gd name="T66" fmla="*/ 20 w 646"/>
                <a:gd name="T67" fmla="*/ 446 h 804"/>
                <a:gd name="T68" fmla="*/ 6 w 646"/>
                <a:gd name="T69" fmla="*/ 402 h 804"/>
                <a:gd name="T70" fmla="*/ 0 w 646"/>
                <a:gd name="T71" fmla="*/ 356 h 804"/>
                <a:gd name="T72" fmla="*/ 0 w 646"/>
                <a:gd name="T73" fmla="*/ 332 h 804"/>
                <a:gd name="T74" fmla="*/ 6 w 646"/>
                <a:gd name="T75" fmla="*/ 264 h 804"/>
                <a:gd name="T76" fmla="*/ 24 w 646"/>
                <a:gd name="T77" fmla="*/ 202 h 804"/>
                <a:gd name="T78" fmla="*/ 54 w 646"/>
                <a:gd name="T79" fmla="*/ 146 h 804"/>
                <a:gd name="T80" fmla="*/ 94 w 646"/>
                <a:gd name="T81" fmla="*/ 98 h 804"/>
                <a:gd name="T82" fmla="*/ 142 w 646"/>
                <a:gd name="T83" fmla="*/ 58 h 804"/>
                <a:gd name="T84" fmla="*/ 196 w 646"/>
                <a:gd name="T85" fmla="*/ 26 h 804"/>
                <a:gd name="T86" fmla="*/ 258 w 646"/>
                <a:gd name="T87" fmla="*/ 8 h 804"/>
                <a:gd name="T88" fmla="*/ 322 w 646"/>
                <a:gd name="T89" fmla="*/ 0 h 804"/>
                <a:gd name="T90" fmla="*/ 322 w 646"/>
                <a:gd name="T91" fmla="*/ 0 h 8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646" h="804">
                  <a:moveTo>
                    <a:pt x="322" y="0"/>
                  </a:moveTo>
                  <a:lnTo>
                    <a:pt x="322" y="0"/>
                  </a:lnTo>
                  <a:lnTo>
                    <a:pt x="356" y="2"/>
                  </a:lnTo>
                  <a:lnTo>
                    <a:pt x="388" y="8"/>
                  </a:lnTo>
                  <a:lnTo>
                    <a:pt x="418" y="16"/>
                  </a:lnTo>
                  <a:lnTo>
                    <a:pt x="448" y="26"/>
                  </a:lnTo>
                  <a:lnTo>
                    <a:pt x="476" y="40"/>
                  </a:lnTo>
                  <a:lnTo>
                    <a:pt x="504" y="58"/>
                  </a:lnTo>
                  <a:lnTo>
                    <a:pt x="528" y="76"/>
                  </a:lnTo>
                  <a:lnTo>
                    <a:pt x="552" y="98"/>
                  </a:lnTo>
                  <a:lnTo>
                    <a:pt x="572" y="122"/>
                  </a:lnTo>
                  <a:lnTo>
                    <a:pt x="590" y="146"/>
                  </a:lnTo>
                  <a:lnTo>
                    <a:pt x="606" y="174"/>
                  </a:lnTo>
                  <a:lnTo>
                    <a:pt x="620" y="202"/>
                  </a:lnTo>
                  <a:lnTo>
                    <a:pt x="632" y="234"/>
                  </a:lnTo>
                  <a:lnTo>
                    <a:pt x="640" y="264"/>
                  </a:lnTo>
                  <a:lnTo>
                    <a:pt x="644" y="298"/>
                  </a:lnTo>
                  <a:lnTo>
                    <a:pt x="646" y="332"/>
                  </a:lnTo>
                  <a:lnTo>
                    <a:pt x="646" y="332"/>
                  </a:lnTo>
                  <a:lnTo>
                    <a:pt x="644" y="354"/>
                  </a:lnTo>
                  <a:lnTo>
                    <a:pt x="642" y="376"/>
                  </a:lnTo>
                  <a:lnTo>
                    <a:pt x="638" y="398"/>
                  </a:lnTo>
                  <a:lnTo>
                    <a:pt x="634" y="420"/>
                  </a:lnTo>
                  <a:lnTo>
                    <a:pt x="628" y="442"/>
                  </a:lnTo>
                  <a:lnTo>
                    <a:pt x="620" y="462"/>
                  </a:lnTo>
                  <a:lnTo>
                    <a:pt x="610" y="482"/>
                  </a:lnTo>
                  <a:lnTo>
                    <a:pt x="600" y="500"/>
                  </a:lnTo>
                  <a:lnTo>
                    <a:pt x="588" y="518"/>
                  </a:lnTo>
                  <a:lnTo>
                    <a:pt x="576" y="536"/>
                  </a:lnTo>
                  <a:lnTo>
                    <a:pt x="562" y="552"/>
                  </a:lnTo>
                  <a:lnTo>
                    <a:pt x="548" y="568"/>
                  </a:lnTo>
                  <a:lnTo>
                    <a:pt x="532" y="582"/>
                  </a:lnTo>
                  <a:lnTo>
                    <a:pt x="516" y="596"/>
                  </a:lnTo>
                  <a:lnTo>
                    <a:pt x="500" y="608"/>
                  </a:lnTo>
                  <a:lnTo>
                    <a:pt x="482" y="618"/>
                  </a:lnTo>
                  <a:lnTo>
                    <a:pt x="482" y="770"/>
                  </a:lnTo>
                  <a:lnTo>
                    <a:pt x="482" y="770"/>
                  </a:lnTo>
                  <a:lnTo>
                    <a:pt x="480" y="778"/>
                  </a:lnTo>
                  <a:lnTo>
                    <a:pt x="478" y="784"/>
                  </a:lnTo>
                  <a:lnTo>
                    <a:pt x="476" y="788"/>
                  </a:lnTo>
                  <a:lnTo>
                    <a:pt x="472" y="794"/>
                  </a:lnTo>
                  <a:lnTo>
                    <a:pt x="468" y="798"/>
                  </a:lnTo>
                  <a:lnTo>
                    <a:pt x="462" y="800"/>
                  </a:lnTo>
                  <a:lnTo>
                    <a:pt x="456" y="802"/>
                  </a:lnTo>
                  <a:lnTo>
                    <a:pt x="450" y="804"/>
                  </a:lnTo>
                  <a:lnTo>
                    <a:pt x="212" y="804"/>
                  </a:lnTo>
                  <a:lnTo>
                    <a:pt x="212" y="804"/>
                  </a:lnTo>
                  <a:lnTo>
                    <a:pt x="206" y="802"/>
                  </a:lnTo>
                  <a:lnTo>
                    <a:pt x="200" y="800"/>
                  </a:lnTo>
                  <a:lnTo>
                    <a:pt x="194" y="798"/>
                  </a:lnTo>
                  <a:lnTo>
                    <a:pt x="190" y="794"/>
                  </a:lnTo>
                  <a:lnTo>
                    <a:pt x="186" y="788"/>
                  </a:lnTo>
                  <a:lnTo>
                    <a:pt x="182" y="784"/>
                  </a:lnTo>
                  <a:lnTo>
                    <a:pt x="180" y="778"/>
                  </a:lnTo>
                  <a:lnTo>
                    <a:pt x="180" y="770"/>
                  </a:lnTo>
                  <a:lnTo>
                    <a:pt x="180" y="628"/>
                  </a:lnTo>
                  <a:lnTo>
                    <a:pt x="180" y="628"/>
                  </a:lnTo>
                  <a:lnTo>
                    <a:pt x="160" y="618"/>
                  </a:lnTo>
                  <a:lnTo>
                    <a:pt x="142" y="604"/>
                  </a:lnTo>
                  <a:lnTo>
                    <a:pt x="124" y="592"/>
                  </a:lnTo>
                  <a:lnTo>
                    <a:pt x="106" y="578"/>
                  </a:lnTo>
                  <a:lnTo>
                    <a:pt x="90" y="562"/>
                  </a:lnTo>
                  <a:lnTo>
                    <a:pt x="76" y="544"/>
                  </a:lnTo>
                  <a:lnTo>
                    <a:pt x="62" y="526"/>
                  </a:lnTo>
                  <a:lnTo>
                    <a:pt x="50" y="508"/>
                  </a:lnTo>
                  <a:lnTo>
                    <a:pt x="38" y="488"/>
                  </a:lnTo>
                  <a:lnTo>
                    <a:pt x="28" y="468"/>
                  </a:lnTo>
                  <a:lnTo>
                    <a:pt x="20" y="446"/>
                  </a:lnTo>
                  <a:lnTo>
                    <a:pt x="12" y="424"/>
                  </a:lnTo>
                  <a:lnTo>
                    <a:pt x="6" y="402"/>
                  </a:lnTo>
                  <a:lnTo>
                    <a:pt x="2" y="380"/>
                  </a:lnTo>
                  <a:lnTo>
                    <a:pt x="0" y="356"/>
                  </a:lnTo>
                  <a:lnTo>
                    <a:pt x="0" y="332"/>
                  </a:lnTo>
                  <a:lnTo>
                    <a:pt x="0" y="332"/>
                  </a:lnTo>
                  <a:lnTo>
                    <a:pt x="0" y="298"/>
                  </a:lnTo>
                  <a:lnTo>
                    <a:pt x="6" y="264"/>
                  </a:lnTo>
                  <a:lnTo>
                    <a:pt x="14" y="234"/>
                  </a:lnTo>
                  <a:lnTo>
                    <a:pt x="24" y="202"/>
                  </a:lnTo>
                  <a:lnTo>
                    <a:pt x="38" y="174"/>
                  </a:lnTo>
                  <a:lnTo>
                    <a:pt x="54" y="146"/>
                  </a:lnTo>
                  <a:lnTo>
                    <a:pt x="74" y="122"/>
                  </a:lnTo>
                  <a:lnTo>
                    <a:pt x="94" y="98"/>
                  </a:lnTo>
                  <a:lnTo>
                    <a:pt x="116" y="76"/>
                  </a:lnTo>
                  <a:lnTo>
                    <a:pt x="142" y="58"/>
                  </a:lnTo>
                  <a:lnTo>
                    <a:pt x="168" y="40"/>
                  </a:lnTo>
                  <a:lnTo>
                    <a:pt x="196" y="26"/>
                  </a:lnTo>
                  <a:lnTo>
                    <a:pt x="226" y="16"/>
                  </a:lnTo>
                  <a:lnTo>
                    <a:pt x="258" y="8"/>
                  </a:lnTo>
                  <a:lnTo>
                    <a:pt x="290" y="2"/>
                  </a:lnTo>
                  <a:lnTo>
                    <a:pt x="322" y="0"/>
                  </a:lnTo>
                  <a:lnTo>
                    <a:pt x="322" y="0"/>
                  </a:lnTo>
                  <a:close/>
                  <a:moveTo>
                    <a:pt x="322" y="0"/>
                  </a:moveTo>
                  <a:lnTo>
                    <a:pt x="322"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1" rIns="91440" bIns="45721"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1" b="0" i="0" u="none" strike="noStrike" kern="1200" cap="none" spc="0" normalizeH="0" baseline="0" noProof="0">
                <a:ln>
                  <a:noFill/>
                </a:ln>
                <a:solidFill>
                  <a:prstClr val="black"/>
                </a:solidFill>
                <a:effectLst/>
                <a:uLnTx/>
                <a:uFillTx/>
                <a:latin typeface="Verdana"/>
                <a:ea typeface="+mn-ea"/>
                <a:cs typeface="+mn-cs"/>
              </a:endParaRPr>
            </a:p>
          </p:txBody>
        </p:sp>
        <p:sp>
          <p:nvSpPr>
            <p:cNvPr id="175" name="Freeform 338">
              <a:extLst>
                <a:ext uri="{FF2B5EF4-FFF2-40B4-BE49-F238E27FC236}">
                  <a16:creationId xmlns:a16="http://schemas.microsoft.com/office/drawing/2014/main" id="{D1C92C59-4C7C-418C-BF7E-5D5B0AF92A17}"/>
                </a:ext>
              </a:extLst>
            </p:cNvPr>
            <p:cNvSpPr>
              <a:spLocks/>
            </p:cNvSpPr>
            <p:nvPr/>
          </p:nvSpPr>
          <p:spPr bwMode="auto">
            <a:xfrm>
              <a:off x="3865235" y="4751832"/>
              <a:ext cx="57016" cy="70961"/>
            </a:xfrm>
            <a:custGeom>
              <a:avLst/>
              <a:gdLst>
                <a:gd name="T0" fmla="*/ 322 w 646"/>
                <a:gd name="T1" fmla="*/ 0 h 804"/>
                <a:gd name="T2" fmla="*/ 388 w 646"/>
                <a:gd name="T3" fmla="*/ 8 h 804"/>
                <a:gd name="T4" fmla="*/ 448 w 646"/>
                <a:gd name="T5" fmla="*/ 26 h 804"/>
                <a:gd name="T6" fmla="*/ 504 w 646"/>
                <a:gd name="T7" fmla="*/ 58 h 804"/>
                <a:gd name="T8" fmla="*/ 552 w 646"/>
                <a:gd name="T9" fmla="*/ 98 h 804"/>
                <a:gd name="T10" fmla="*/ 590 w 646"/>
                <a:gd name="T11" fmla="*/ 146 h 804"/>
                <a:gd name="T12" fmla="*/ 620 w 646"/>
                <a:gd name="T13" fmla="*/ 202 h 804"/>
                <a:gd name="T14" fmla="*/ 640 w 646"/>
                <a:gd name="T15" fmla="*/ 264 h 804"/>
                <a:gd name="T16" fmla="*/ 646 w 646"/>
                <a:gd name="T17" fmla="*/ 332 h 804"/>
                <a:gd name="T18" fmla="*/ 644 w 646"/>
                <a:gd name="T19" fmla="*/ 354 h 804"/>
                <a:gd name="T20" fmla="*/ 638 w 646"/>
                <a:gd name="T21" fmla="*/ 398 h 804"/>
                <a:gd name="T22" fmla="*/ 628 w 646"/>
                <a:gd name="T23" fmla="*/ 442 h 804"/>
                <a:gd name="T24" fmla="*/ 610 w 646"/>
                <a:gd name="T25" fmla="*/ 482 h 804"/>
                <a:gd name="T26" fmla="*/ 588 w 646"/>
                <a:gd name="T27" fmla="*/ 518 h 804"/>
                <a:gd name="T28" fmla="*/ 562 w 646"/>
                <a:gd name="T29" fmla="*/ 552 h 804"/>
                <a:gd name="T30" fmla="*/ 532 w 646"/>
                <a:gd name="T31" fmla="*/ 582 h 804"/>
                <a:gd name="T32" fmla="*/ 500 w 646"/>
                <a:gd name="T33" fmla="*/ 608 h 804"/>
                <a:gd name="T34" fmla="*/ 482 w 646"/>
                <a:gd name="T35" fmla="*/ 770 h 804"/>
                <a:gd name="T36" fmla="*/ 480 w 646"/>
                <a:gd name="T37" fmla="*/ 778 h 804"/>
                <a:gd name="T38" fmla="*/ 476 w 646"/>
                <a:gd name="T39" fmla="*/ 788 h 804"/>
                <a:gd name="T40" fmla="*/ 468 w 646"/>
                <a:gd name="T41" fmla="*/ 798 h 804"/>
                <a:gd name="T42" fmla="*/ 456 w 646"/>
                <a:gd name="T43" fmla="*/ 802 h 804"/>
                <a:gd name="T44" fmla="*/ 212 w 646"/>
                <a:gd name="T45" fmla="*/ 804 h 804"/>
                <a:gd name="T46" fmla="*/ 206 w 646"/>
                <a:gd name="T47" fmla="*/ 802 h 804"/>
                <a:gd name="T48" fmla="*/ 194 w 646"/>
                <a:gd name="T49" fmla="*/ 798 h 804"/>
                <a:gd name="T50" fmla="*/ 186 w 646"/>
                <a:gd name="T51" fmla="*/ 788 h 804"/>
                <a:gd name="T52" fmla="*/ 180 w 646"/>
                <a:gd name="T53" fmla="*/ 778 h 804"/>
                <a:gd name="T54" fmla="*/ 180 w 646"/>
                <a:gd name="T55" fmla="*/ 628 h 804"/>
                <a:gd name="T56" fmla="*/ 160 w 646"/>
                <a:gd name="T57" fmla="*/ 618 h 804"/>
                <a:gd name="T58" fmla="*/ 124 w 646"/>
                <a:gd name="T59" fmla="*/ 592 h 804"/>
                <a:gd name="T60" fmla="*/ 90 w 646"/>
                <a:gd name="T61" fmla="*/ 562 h 804"/>
                <a:gd name="T62" fmla="*/ 62 w 646"/>
                <a:gd name="T63" fmla="*/ 526 h 804"/>
                <a:gd name="T64" fmla="*/ 38 w 646"/>
                <a:gd name="T65" fmla="*/ 488 h 804"/>
                <a:gd name="T66" fmla="*/ 20 w 646"/>
                <a:gd name="T67" fmla="*/ 446 h 804"/>
                <a:gd name="T68" fmla="*/ 6 w 646"/>
                <a:gd name="T69" fmla="*/ 402 h 804"/>
                <a:gd name="T70" fmla="*/ 0 w 646"/>
                <a:gd name="T71" fmla="*/ 356 h 804"/>
                <a:gd name="T72" fmla="*/ 0 w 646"/>
                <a:gd name="T73" fmla="*/ 332 h 804"/>
                <a:gd name="T74" fmla="*/ 6 w 646"/>
                <a:gd name="T75" fmla="*/ 264 h 804"/>
                <a:gd name="T76" fmla="*/ 24 w 646"/>
                <a:gd name="T77" fmla="*/ 202 h 804"/>
                <a:gd name="T78" fmla="*/ 54 w 646"/>
                <a:gd name="T79" fmla="*/ 146 h 804"/>
                <a:gd name="T80" fmla="*/ 94 w 646"/>
                <a:gd name="T81" fmla="*/ 98 h 804"/>
                <a:gd name="T82" fmla="*/ 142 w 646"/>
                <a:gd name="T83" fmla="*/ 58 h 804"/>
                <a:gd name="T84" fmla="*/ 196 w 646"/>
                <a:gd name="T85" fmla="*/ 26 h 804"/>
                <a:gd name="T86" fmla="*/ 258 w 646"/>
                <a:gd name="T87" fmla="*/ 8 h 804"/>
                <a:gd name="T88" fmla="*/ 322 w 646"/>
                <a:gd name="T89" fmla="*/ 0 h 8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646" h="804">
                  <a:moveTo>
                    <a:pt x="322" y="0"/>
                  </a:moveTo>
                  <a:lnTo>
                    <a:pt x="322" y="0"/>
                  </a:lnTo>
                  <a:lnTo>
                    <a:pt x="356" y="2"/>
                  </a:lnTo>
                  <a:lnTo>
                    <a:pt x="388" y="8"/>
                  </a:lnTo>
                  <a:lnTo>
                    <a:pt x="418" y="16"/>
                  </a:lnTo>
                  <a:lnTo>
                    <a:pt x="448" y="26"/>
                  </a:lnTo>
                  <a:lnTo>
                    <a:pt x="476" y="40"/>
                  </a:lnTo>
                  <a:lnTo>
                    <a:pt x="504" y="58"/>
                  </a:lnTo>
                  <a:lnTo>
                    <a:pt x="528" y="76"/>
                  </a:lnTo>
                  <a:lnTo>
                    <a:pt x="552" y="98"/>
                  </a:lnTo>
                  <a:lnTo>
                    <a:pt x="572" y="122"/>
                  </a:lnTo>
                  <a:lnTo>
                    <a:pt x="590" y="146"/>
                  </a:lnTo>
                  <a:lnTo>
                    <a:pt x="606" y="174"/>
                  </a:lnTo>
                  <a:lnTo>
                    <a:pt x="620" y="202"/>
                  </a:lnTo>
                  <a:lnTo>
                    <a:pt x="632" y="234"/>
                  </a:lnTo>
                  <a:lnTo>
                    <a:pt x="640" y="264"/>
                  </a:lnTo>
                  <a:lnTo>
                    <a:pt x="644" y="298"/>
                  </a:lnTo>
                  <a:lnTo>
                    <a:pt x="646" y="332"/>
                  </a:lnTo>
                  <a:lnTo>
                    <a:pt x="646" y="332"/>
                  </a:lnTo>
                  <a:lnTo>
                    <a:pt x="644" y="354"/>
                  </a:lnTo>
                  <a:lnTo>
                    <a:pt x="642" y="376"/>
                  </a:lnTo>
                  <a:lnTo>
                    <a:pt x="638" y="398"/>
                  </a:lnTo>
                  <a:lnTo>
                    <a:pt x="634" y="420"/>
                  </a:lnTo>
                  <a:lnTo>
                    <a:pt x="628" y="442"/>
                  </a:lnTo>
                  <a:lnTo>
                    <a:pt x="620" y="462"/>
                  </a:lnTo>
                  <a:lnTo>
                    <a:pt x="610" y="482"/>
                  </a:lnTo>
                  <a:lnTo>
                    <a:pt x="600" y="500"/>
                  </a:lnTo>
                  <a:lnTo>
                    <a:pt x="588" y="518"/>
                  </a:lnTo>
                  <a:lnTo>
                    <a:pt x="576" y="536"/>
                  </a:lnTo>
                  <a:lnTo>
                    <a:pt x="562" y="552"/>
                  </a:lnTo>
                  <a:lnTo>
                    <a:pt x="548" y="568"/>
                  </a:lnTo>
                  <a:lnTo>
                    <a:pt x="532" y="582"/>
                  </a:lnTo>
                  <a:lnTo>
                    <a:pt x="516" y="596"/>
                  </a:lnTo>
                  <a:lnTo>
                    <a:pt x="500" y="608"/>
                  </a:lnTo>
                  <a:lnTo>
                    <a:pt x="482" y="618"/>
                  </a:lnTo>
                  <a:lnTo>
                    <a:pt x="482" y="770"/>
                  </a:lnTo>
                  <a:lnTo>
                    <a:pt x="482" y="770"/>
                  </a:lnTo>
                  <a:lnTo>
                    <a:pt x="480" y="778"/>
                  </a:lnTo>
                  <a:lnTo>
                    <a:pt x="478" y="784"/>
                  </a:lnTo>
                  <a:lnTo>
                    <a:pt x="476" y="788"/>
                  </a:lnTo>
                  <a:lnTo>
                    <a:pt x="472" y="794"/>
                  </a:lnTo>
                  <a:lnTo>
                    <a:pt x="468" y="798"/>
                  </a:lnTo>
                  <a:lnTo>
                    <a:pt x="462" y="800"/>
                  </a:lnTo>
                  <a:lnTo>
                    <a:pt x="456" y="802"/>
                  </a:lnTo>
                  <a:lnTo>
                    <a:pt x="450" y="804"/>
                  </a:lnTo>
                  <a:lnTo>
                    <a:pt x="212" y="804"/>
                  </a:lnTo>
                  <a:lnTo>
                    <a:pt x="212" y="804"/>
                  </a:lnTo>
                  <a:lnTo>
                    <a:pt x="206" y="802"/>
                  </a:lnTo>
                  <a:lnTo>
                    <a:pt x="200" y="800"/>
                  </a:lnTo>
                  <a:lnTo>
                    <a:pt x="194" y="798"/>
                  </a:lnTo>
                  <a:lnTo>
                    <a:pt x="190" y="794"/>
                  </a:lnTo>
                  <a:lnTo>
                    <a:pt x="186" y="788"/>
                  </a:lnTo>
                  <a:lnTo>
                    <a:pt x="182" y="784"/>
                  </a:lnTo>
                  <a:lnTo>
                    <a:pt x="180" y="778"/>
                  </a:lnTo>
                  <a:lnTo>
                    <a:pt x="180" y="770"/>
                  </a:lnTo>
                  <a:lnTo>
                    <a:pt x="180" y="628"/>
                  </a:lnTo>
                  <a:lnTo>
                    <a:pt x="180" y="628"/>
                  </a:lnTo>
                  <a:lnTo>
                    <a:pt x="160" y="618"/>
                  </a:lnTo>
                  <a:lnTo>
                    <a:pt x="142" y="604"/>
                  </a:lnTo>
                  <a:lnTo>
                    <a:pt x="124" y="592"/>
                  </a:lnTo>
                  <a:lnTo>
                    <a:pt x="106" y="578"/>
                  </a:lnTo>
                  <a:lnTo>
                    <a:pt x="90" y="562"/>
                  </a:lnTo>
                  <a:lnTo>
                    <a:pt x="76" y="544"/>
                  </a:lnTo>
                  <a:lnTo>
                    <a:pt x="62" y="526"/>
                  </a:lnTo>
                  <a:lnTo>
                    <a:pt x="50" y="508"/>
                  </a:lnTo>
                  <a:lnTo>
                    <a:pt x="38" y="488"/>
                  </a:lnTo>
                  <a:lnTo>
                    <a:pt x="28" y="468"/>
                  </a:lnTo>
                  <a:lnTo>
                    <a:pt x="20" y="446"/>
                  </a:lnTo>
                  <a:lnTo>
                    <a:pt x="12" y="424"/>
                  </a:lnTo>
                  <a:lnTo>
                    <a:pt x="6" y="402"/>
                  </a:lnTo>
                  <a:lnTo>
                    <a:pt x="2" y="380"/>
                  </a:lnTo>
                  <a:lnTo>
                    <a:pt x="0" y="356"/>
                  </a:lnTo>
                  <a:lnTo>
                    <a:pt x="0" y="332"/>
                  </a:lnTo>
                  <a:lnTo>
                    <a:pt x="0" y="332"/>
                  </a:lnTo>
                  <a:lnTo>
                    <a:pt x="0" y="298"/>
                  </a:lnTo>
                  <a:lnTo>
                    <a:pt x="6" y="264"/>
                  </a:lnTo>
                  <a:lnTo>
                    <a:pt x="14" y="234"/>
                  </a:lnTo>
                  <a:lnTo>
                    <a:pt x="24" y="202"/>
                  </a:lnTo>
                  <a:lnTo>
                    <a:pt x="38" y="174"/>
                  </a:lnTo>
                  <a:lnTo>
                    <a:pt x="54" y="146"/>
                  </a:lnTo>
                  <a:lnTo>
                    <a:pt x="74" y="122"/>
                  </a:lnTo>
                  <a:lnTo>
                    <a:pt x="94" y="98"/>
                  </a:lnTo>
                  <a:lnTo>
                    <a:pt x="116" y="76"/>
                  </a:lnTo>
                  <a:lnTo>
                    <a:pt x="142" y="58"/>
                  </a:lnTo>
                  <a:lnTo>
                    <a:pt x="168" y="40"/>
                  </a:lnTo>
                  <a:lnTo>
                    <a:pt x="196" y="26"/>
                  </a:lnTo>
                  <a:lnTo>
                    <a:pt x="226" y="16"/>
                  </a:lnTo>
                  <a:lnTo>
                    <a:pt x="258" y="8"/>
                  </a:lnTo>
                  <a:lnTo>
                    <a:pt x="290" y="2"/>
                  </a:lnTo>
                  <a:lnTo>
                    <a:pt x="322" y="0"/>
                  </a:lnTo>
                  <a:lnTo>
                    <a:pt x="322" y="0"/>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1" rIns="91440" bIns="45721"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1" b="0" i="0" u="none" strike="noStrike" kern="1200" cap="none" spc="0" normalizeH="0" baseline="0" noProof="0">
                <a:ln>
                  <a:noFill/>
                </a:ln>
                <a:solidFill>
                  <a:prstClr val="black"/>
                </a:solidFill>
                <a:effectLst/>
                <a:uLnTx/>
                <a:uFillTx/>
                <a:latin typeface="Verdana"/>
                <a:ea typeface="+mn-ea"/>
                <a:cs typeface="+mn-cs"/>
              </a:endParaRPr>
            </a:p>
          </p:txBody>
        </p:sp>
        <p:sp>
          <p:nvSpPr>
            <p:cNvPr id="176" name="Line 339">
              <a:extLst>
                <a:ext uri="{FF2B5EF4-FFF2-40B4-BE49-F238E27FC236}">
                  <a16:creationId xmlns:a16="http://schemas.microsoft.com/office/drawing/2014/main" id="{22DA46E6-5D92-419F-88EF-3EB2E6DAB7D3}"/>
                </a:ext>
              </a:extLst>
            </p:cNvPr>
            <p:cNvSpPr>
              <a:spLocks noChangeShapeType="1"/>
            </p:cNvSpPr>
            <p:nvPr/>
          </p:nvSpPr>
          <p:spPr bwMode="auto">
            <a:xfrm>
              <a:off x="3893655" y="4751832"/>
              <a:ext cx="0" cy="0"/>
            </a:xfrm>
            <a:prstGeom prst="line">
              <a:avLst/>
            </a:pr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1" rIns="91440" bIns="45721"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1" b="0" i="0" u="none" strike="noStrike" kern="1200" cap="none" spc="0" normalizeH="0" baseline="0" noProof="0">
                <a:ln>
                  <a:noFill/>
                </a:ln>
                <a:solidFill>
                  <a:prstClr val="black"/>
                </a:solidFill>
                <a:effectLst/>
                <a:uLnTx/>
                <a:uFillTx/>
                <a:latin typeface="Verdana"/>
                <a:ea typeface="+mn-ea"/>
                <a:cs typeface="+mn-cs"/>
              </a:endParaRPr>
            </a:p>
          </p:txBody>
        </p:sp>
        <p:sp>
          <p:nvSpPr>
            <p:cNvPr id="177" name="Freeform 340">
              <a:extLst>
                <a:ext uri="{FF2B5EF4-FFF2-40B4-BE49-F238E27FC236}">
                  <a16:creationId xmlns:a16="http://schemas.microsoft.com/office/drawing/2014/main" id="{A76379AF-C2D7-4C54-B57F-66A25A4E427D}"/>
                </a:ext>
              </a:extLst>
            </p:cNvPr>
            <p:cNvSpPr>
              <a:spLocks noEditPoints="1"/>
            </p:cNvSpPr>
            <p:nvPr/>
          </p:nvSpPr>
          <p:spPr bwMode="auto">
            <a:xfrm>
              <a:off x="3882710" y="4822263"/>
              <a:ext cx="22065" cy="10768"/>
            </a:xfrm>
            <a:custGeom>
              <a:avLst/>
              <a:gdLst>
                <a:gd name="T0" fmla="*/ 224 w 250"/>
                <a:gd name="T1" fmla="*/ 0 h 122"/>
                <a:gd name="T2" fmla="*/ 234 w 250"/>
                <a:gd name="T3" fmla="*/ 2 h 122"/>
                <a:gd name="T4" fmla="*/ 248 w 250"/>
                <a:gd name="T5" fmla="*/ 14 h 122"/>
                <a:gd name="T6" fmla="*/ 250 w 250"/>
                <a:gd name="T7" fmla="*/ 22 h 122"/>
                <a:gd name="T8" fmla="*/ 242 w 250"/>
                <a:gd name="T9" fmla="*/ 36 h 122"/>
                <a:gd name="T10" fmla="*/ 224 w 250"/>
                <a:gd name="T11" fmla="*/ 42 h 122"/>
                <a:gd name="T12" fmla="*/ 234 w 250"/>
                <a:gd name="T13" fmla="*/ 42 h 122"/>
                <a:gd name="T14" fmla="*/ 248 w 250"/>
                <a:gd name="T15" fmla="*/ 54 h 122"/>
                <a:gd name="T16" fmla="*/ 250 w 250"/>
                <a:gd name="T17" fmla="*/ 62 h 122"/>
                <a:gd name="T18" fmla="*/ 242 w 250"/>
                <a:gd name="T19" fmla="*/ 76 h 122"/>
                <a:gd name="T20" fmla="*/ 224 w 250"/>
                <a:gd name="T21" fmla="*/ 82 h 122"/>
                <a:gd name="T22" fmla="*/ 234 w 250"/>
                <a:gd name="T23" fmla="*/ 84 h 122"/>
                <a:gd name="T24" fmla="*/ 248 w 250"/>
                <a:gd name="T25" fmla="*/ 94 h 122"/>
                <a:gd name="T26" fmla="*/ 250 w 250"/>
                <a:gd name="T27" fmla="*/ 102 h 122"/>
                <a:gd name="T28" fmla="*/ 242 w 250"/>
                <a:gd name="T29" fmla="*/ 116 h 122"/>
                <a:gd name="T30" fmla="*/ 224 w 250"/>
                <a:gd name="T31" fmla="*/ 122 h 122"/>
                <a:gd name="T32" fmla="*/ 26 w 250"/>
                <a:gd name="T33" fmla="*/ 122 h 122"/>
                <a:gd name="T34" fmla="*/ 8 w 250"/>
                <a:gd name="T35" fmla="*/ 116 h 122"/>
                <a:gd name="T36" fmla="*/ 0 w 250"/>
                <a:gd name="T37" fmla="*/ 102 h 122"/>
                <a:gd name="T38" fmla="*/ 2 w 250"/>
                <a:gd name="T39" fmla="*/ 94 h 122"/>
                <a:gd name="T40" fmla="*/ 16 w 250"/>
                <a:gd name="T41" fmla="*/ 84 h 122"/>
                <a:gd name="T42" fmla="*/ 26 w 250"/>
                <a:gd name="T43" fmla="*/ 82 h 122"/>
                <a:gd name="T44" fmla="*/ 8 w 250"/>
                <a:gd name="T45" fmla="*/ 76 h 122"/>
                <a:gd name="T46" fmla="*/ 0 w 250"/>
                <a:gd name="T47" fmla="*/ 62 h 122"/>
                <a:gd name="T48" fmla="*/ 2 w 250"/>
                <a:gd name="T49" fmla="*/ 54 h 122"/>
                <a:gd name="T50" fmla="*/ 16 w 250"/>
                <a:gd name="T51" fmla="*/ 42 h 122"/>
                <a:gd name="T52" fmla="*/ 26 w 250"/>
                <a:gd name="T53" fmla="*/ 42 h 122"/>
                <a:gd name="T54" fmla="*/ 8 w 250"/>
                <a:gd name="T55" fmla="*/ 36 h 122"/>
                <a:gd name="T56" fmla="*/ 0 w 250"/>
                <a:gd name="T57" fmla="*/ 22 h 122"/>
                <a:gd name="T58" fmla="*/ 2 w 250"/>
                <a:gd name="T59" fmla="*/ 14 h 122"/>
                <a:gd name="T60" fmla="*/ 16 w 250"/>
                <a:gd name="T61" fmla="*/ 2 h 122"/>
                <a:gd name="T62" fmla="*/ 26 w 250"/>
                <a:gd name="T63" fmla="*/ 0 h 122"/>
                <a:gd name="T64" fmla="*/ 26 w 250"/>
                <a:gd name="T65" fmla="*/ 0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50" h="122">
                  <a:moveTo>
                    <a:pt x="26" y="0"/>
                  </a:moveTo>
                  <a:lnTo>
                    <a:pt x="224" y="0"/>
                  </a:lnTo>
                  <a:lnTo>
                    <a:pt x="224" y="0"/>
                  </a:lnTo>
                  <a:lnTo>
                    <a:pt x="234" y="2"/>
                  </a:lnTo>
                  <a:lnTo>
                    <a:pt x="242" y="6"/>
                  </a:lnTo>
                  <a:lnTo>
                    <a:pt x="248" y="14"/>
                  </a:lnTo>
                  <a:lnTo>
                    <a:pt x="250" y="22"/>
                  </a:lnTo>
                  <a:lnTo>
                    <a:pt x="250" y="22"/>
                  </a:lnTo>
                  <a:lnTo>
                    <a:pt x="248" y="28"/>
                  </a:lnTo>
                  <a:lnTo>
                    <a:pt x="242" y="36"/>
                  </a:lnTo>
                  <a:lnTo>
                    <a:pt x="234" y="40"/>
                  </a:lnTo>
                  <a:lnTo>
                    <a:pt x="224" y="42"/>
                  </a:lnTo>
                  <a:lnTo>
                    <a:pt x="224" y="42"/>
                  </a:lnTo>
                  <a:lnTo>
                    <a:pt x="234" y="42"/>
                  </a:lnTo>
                  <a:lnTo>
                    <a:pt x="242" y="48"/>
                  </a:lnTo>
                  <a:lnTo>
                    <a:pt x="248" y="54"/>
                  </a:lnTo>
                  <a:lnTo>
                    <a:pt x="250" y="62"/>
                  </a:lnTo>
                  <a:lnTo>
                    <a:pt x="250" y="62"/>
                  </a:lnTo>
                  <a:lnTo>
                    <a:pt x="248" y="70"/>
                  </a:lnTo>
                  <a:lnTo>
                    <a:pt x="242" y="76"/>
                  </a:lnTo>
                  <a:lnTo>
                    <a:pt x="234" y="80"/>
                  </a:lnTo>
                  <a:lnTo>
                    <a:pt x="224" y="82"/>
                  </a:lnTo>
                  <a:lnTo>
                    <a:pt x="224" y="82"/>
                  </a:lnTo>
                  <a:lnTo>
                    <a:pt x="234" y="84"/>
                  </a:lnTo>
                  <a:lnTo>
                    <a:pt x="242" y="88"/>
                  </a:lnTo>
                  <a:lnTo>
                    <a:pt x="248" y="94"/>
                  </a:lnTo>
                  <a:lnTo>
                    <a:pt x="250" y="102"/>
                  </a:lnTo>
                  <a:lnTo>
                    <a:pt x="250" y="102"/>
                  </a:lnTo>
                  <a:lnTo>
                    <a:pt x="248" y="110"/>
                  </a:lnTo>
                  <a:lnTo>
                    <a:pt x="242" y="116"/>
                  </a:lnTo>
                  <a:lnTo>
                    <a:pt x="234" y="120"/>
                  </a:lnTo>
                  <a:lnTo>
                    <a:pt x="224" y="122"/>
                  </a:lnTo>
                  <a:lnTo>
                    <a:pt x="26" y="122"/>
                  </a:lnTo>
                  <a:lnTo>
                    <a:pt x="26" y="122"/>
                  </a:lnTo>
                  <a:lnTo>
                    <a:pt x="16" y="120"/>
                  </a:lnTo>
                  <a:lnTo>
                    <a:pt x="8" y="116"/>
                  </a:lnTo>
                  <a:lnTo>
                    <a:pt x="2" y="110"/>
                  </a:lnTo>
                  <a:lnTo>
                    <a:pt x="0" y="102"/>
                  </a:lnTo>
                  <a:lnTo>
                    <a:pt x="0" y="102"/>
                  </a:lnTo>
                  <a:lnTo>
                    <a:pt x="2" y="94"/>
                  </a:lnTo>
                  <a:lnTo>
                    <a:pt x="8" y="88"/>
                  </a:lnTo>
                  <a:lnTo>
                    <a:pt x="16" y="84"/>
                  </a:lnTo>
                  <a:lnTo>
                    <a:pt x="26" y="82"/>
                  </a:lnTo>
                  <a:lnTo>
                    <a:pt x="26" y="82"/>
                  </a:lnTo>
                  <a:lnTo>
                    <a:pt x="16" y="80"/>
                  </a:lnTo>
                  <a:lnTo>
                    <a:pt x="8" y="76"/>
                  </a:lnTo>
                  <a:lnTo>
                    <a:pt x="2" y="70"/>
                  </a:lnTo>
                  <a:lnTo>
                    <a:pt x="0" y="62"/>
                  </a:lnTo>
                  <a:lnTo>
                    <a:pt x="0" y="62"/>
                  </a:lnTo>
                  <a:lnTo>
                    <a:pt x="2" y="54"/>
                  </a:lnTo>
                  <a:lnTo>
                    <a:pt x="8" y="48"/>
                  </a:lnTo>
                  <a:lnTo>
                    <a:pt x="16" y="42"/>
                  </a:lnTo>
                  <a:lnTo>
                    <a:pt x="26" y="42"/>
                  </a:lnTo>
                  <a:lnTo>
                    <a:pt x="26" y="42"/>
                  </a:lnTo>
                  <a:lnTo>
                    <a:pt x="16" y="40"/>
                  </a:lnTo>
                  <a:lnTo>
                    <a:pt x="8" y="36"/>
                  </a:lnTo>
                  <a:lnTo>
                    <a:pt x="2" y="28"/>
                  </a:lnTo>
                  <a:lnTo>
                    <a:pt x="0" y="22"/>
                  </a:lnTo>
                  <a:lnTo>
                    <a:pt x="0" y="22"/>
                  </a:lnTo>
                  <a:lnTo>
                    <a:pt x="2" y="14"/>
                  </a:lnTo>
                  <a:lnTo>
                    <a:pt x="8" y="6"/>
                  </a:lnTo>
                  <a:lnTo>
                    <a:pt x="16" y="2"/>
                  </a:lnTo>
                  <a:lnTo>
                    <a:pt x="26" y="0"/>
                  </a:lnTo>
                  <a:lnTo>
                    <a:pt x="26" y="0"/>
                  </a:lnTo>
                  <a:close/>
                  <a:moveTo>
                    <a:pt x="26" y="0"/>
                  </a:moveTo>
                  <a:lnTo>
                    <a:pt x="26" y="0"/>
                  </a:lnTo>
                  <a:close/>
                </a:path>
              </a:pathLst>
            </a:custGeom>
            <a:solidFill>
              <a:schemeClr val="accent3"/>
            </a:solidFill>
            <a:ln>
              <a:noFill/>
            </a:ln>
          </p:spPr>
          <p:txBody>
            <a:bodyPr vert="horz" wrap="square" lIns="91440" tIns="45721" rIns="91440" bIns="45721"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1" b="0" i="0" u="none" strike="noStrike" kern="1200" cap="none" spc="0" normalizeH="0" baseline="0" noProof="0">
                <a:ln>
                  <a:noFill/>
                </a:ln>
                <a:solidFill>
                  <a:prstClr val="black"/>
                </a:solidFill>
                <a:effectLst/>
                <a:uLnTx/>
                <a:uFillTx/>
                <a:latin typeface="Verdana"/>
                <a:ea typeface="+mn-ea"/>
                <a:cs typeface="+mn-cs"/>
              </a:endParaRPr>
            </a:p>
          </p:txBody>
        </p:sp>
        <p:sp>
          <p:nvSpPr>
            <p:cNvPr id="178" name="Freeform 341">
              <a:extLst>
                <a:ext uri="{FF2B5EF4-FFF2-40B4-BE49-F238E27FC236}">
                  <a16:creationId xmlns:a16="http://schemas.microsoft.com/office/drawing/2014/main" id="{E6FD13FB-C955-4384-A6A1-794365E5238A}"/>
                </a:ext>
              </a:extLst>
            </p:cNvPr>
            <p:cNvSpPr>
              <a:spLocks/>
            </p:cNvSpPr>
            <p:nvPr/>
          </p:nvSpPr>
          <p:spPr bwMode="auto">
            <a:xfrm>
              <a:off x="3882710" y="4822263"/>
              <a:ext cx="22065" cy="10768"/>
            </a:xfrm>
            <a:custGeom>
              <a:avLst/>
              <a:gdLst>
                <a:gd name="T0" fmla="*/ 224 w 250"/>
                <a:gd name="T1" fmla="*/ 0 h 122"/>
                <a:gd name="T2" fmla="*/ 234 w 250"/>
                <a:gd name="T3" fmla="*/ 2 h 122"/>
                <a:gd name="T4" fmla="*/ 248 w 250"/>
                <a:gd name="T5" fmla="*/ 14 h 122"/>
                <a:gd name="T6" fmla="*/ 250 w 250"/>
                <a:gd name="T7" fmla="*/ 22 h 122"/>
                <a:gd name="T8" fmla="*/ 242 w 250"/>
                <a:gd name="T9" fmla="*/ 36 h 122"/>
                <a:gd name="T10" fmla="*/ 224 w 250"/>
                <a:gd name="T11" fmla="*/ 42 h 122"/>
                <a:gd name="T12" fmla="*/ 234 w 250"/>
                <a:gd name="T13" fmla="*/ 42 h 122"/>
                <a:gd name="T14" fmla="*/ 248 w 250"/>
                <a:gd name="T15" fmla="*/ 54 h 122"/>
                <a:gd name="T16" fmla="*/ 250 w 250"/>
                <a:gd name="T17" fmla="*/ 62 h 122"/>
                <a:gd name="T18" fmla="*/ 242 w 250"/>
                <a:gd name="T19" fmla="*/ 76 h 122"/>
                <a:gd name="T20" fmla="*/ 224 w 250"/>
                <a:gd name="T21" fmla="*/ 82 h 122"/>
                <a:gd name="T22" fmla="*/ 234 w 250"/>
                <a:gd name="T23" fmla="*/ 84 h 122"/>
                <a:gd name="T24" fmla="*/ 248 w 250"/>
                <a:gd name="T25" fmla="*/ 94 h 122"/>
                <a:gd name="T26" fmla="*/ 250 w 250"/>
                <a:gd name="T27" fmla="*/ 102 h 122"/>
                <a:gd name="T28" fmla="*/ 242 w 250"/>
                <a:gd name="T29" fmla="*/ 116 h 122"/>
                <a:gd name="T30" fmla="*/ 224 w 250"/>
                <a:gd name="T31" fmla="*/ 122 h 122"/>
                <a:gd name="T32" fmla="*/ 26 w 250"/>
                <a:gd name="T33" fmla="*/ 122 h 122"/>
                <a:gd name="T34" fmla="*/ 8 w 250"/>
                <a:gd name="T35" fmla="*/ 116 h 122"/>
                <a:gd name="T36" fmla="*/ 0 w 250"/>
                <a:gd name="T37" fmla="*/ 102 h 122"/>
                <a:gd name="T38" fmla="*/ 2 w 250"/>
                <a:gd name="T39" fmla="*/ 94 h 122"/>
                <a:gd name="T40" fmla="*/ 16 w 250"/>
                <a:gd name="T41" fmla="*/ 84 h 122"/>
                <a:gd name="T42" fmla="*/ 26 w 250"/>
                <a:gd name="T43" fmla="*/ 82 h 122"/>
                <a:gd name="T44" fmla="*/ 8 w 250"/>
                <a:gd name="T45" fmla="*/ 76 h 122"/>
                <a:gd name="T46" fmla="*/ 0 w 250"/>
                <a:gd name="T47" fmla="*/ 62 h 122"/>
                <a:gd name="T48" fmla="*/ 2 w 250"/>
                <a:gd name="T49" fmla="*/ 54 h 122"/>
                <a:gd name="T50" fmla="*/ 16 w 250"/>
                <a:gd name="T51" fmla="*/ 42 h 122"/>
                <a:gd name="T52" fmla="*/ 26 w 250"/>
                <a:gd name="T53" fmla="*/ 42 h 122"/>
                <a:gd name="T54" fmla="*/ 8 w 250"/>
                <a:gd name="T55" fmla="*/ 36 h 122"/>
                <a:gd name="T56" fmla="*/ 0 w 250"/>
                <a:gd name="T57" fmla="*/ 22 h 122"/>
                <a:gd name="T58" fmla="*/ 2 w 250"/>
                <a:gd name="T59" fmla="*/ 14 h 122"/>
                <a:gd name="T60" fmla="*/ 16 w 250"/>
                <a:gd name="T61" fmla="*/ 2 h 122"/>
                <a:gd name="T62" fmla="*/ 26 w 250"/>
                <a:gd name="T63" fmla="*/ 0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50" h="122">
                  <a:moveTo>
                    <a:pt x="26" y="0"/>
                  </a:moveTo>
                  <a:lnTo>
                    <a:pt x="224" y="0"/>
                  </a:lnTo>
                  <a:lnTo>
                    <a:pt x="224" y="0"/>
                  </a:lnTo>
                  <a:lnTo>
                    <a:pt x="234" y="2"/>
                  </a:lnTo>
                  <a:lnTo>
                    <a:pt x="242" y="6"/>
                  </a:lnTo>
                  <a:lnTo>
                    <a:pt x="248" y="14"/>
                  </a:lnTo>
                  <a:lnTo>
                    <a:pt x="250" y="22"/>
                  </a:lnTo>
                  <a:lnTo>
                    <a:pt x="250" y="22"/>
                  </a:lnTo>
                  <a:lnTo>
                    <a:pt x="248" y="28"/>
                  </a:lnTo>
                  <a:lnTo>
                    <a:pt x="242" y="36"/>
                  </a:lnTo>
                  <a:lnTo>
                    <a:pt x="234" y="40"/>
                  </a:lnTo>
                  <a:lnTo>
                    <a:pt x="224" y="42"/>
                  </a:lnTo>
                  <a:lnTo>
                    <a:pt x="224" y="42"/>
                  </a:lnTo>
                  <a:lnTo>
                    <a:pt x="234" y="42"/>
                  </a:lnTo>
                  <a:lnTo>
                    <a:pt x="242" y="48"/>
                  </a:lnTo>
                  <a:lnTo>
                    <a:pt x="248" y="54"/>
                  </a:lnTo>
                  <a:lnTo>
                    <a:pt x="250" y="62"/>
                  </a:lnTo>
                  <a:lnTo>
                    <a:pt x="250" y="62"/>
                  </a:lnTo>
                  <a:lnTo>
                    <a:pt x="248" y="70"/>
                  </a:lnTo>
                  <a:lnTo>
                    <a:pt x="242" y="76"/>
                  </a:lnTo>
                  <a:lnTo>
                    <a:pt x="234" y="80"/>
                  </a:lnTo>
                  <a:lnTo>
                    <a:pt x="224" y="82"/>
                  </a:lnTo>
                  <a:lnTo>
                    <a:pt x="224" y="82"/>
                  </a:lnTo>
                  <a:lnTo>
                    <a:pt x="234" y="84"/>
                  </a:lnTo>
                  <a:lnTo>
                    <a:pt x="242" y="88"/>
                  </a:lnTo>
                  <a:lnTo>
                    <a:pt x="248" y="94"/>
                  </a:lnTo>
                  <a:lnTo>
                    <a:pt x="250" y="102"/>
                  </a:lnTo>
                  <a:lnTo>
                    <a:pt x="250" y="102"/>
                  </a:lnTo>
                  <a:lnTo>
                    <a:pt x="248" y="110"/>
                  </a:lnTo>
                  <a:lnTo>
                    <a:pt x="242" y="116"/>
                  </a:lnTo>
                  <a:lnTo>
                    <a:pt x="234" y="120"/>
                  </a:lnTo>
                  <a:lnTo>
                    <a:pt x="224" y="122"/>
                  </a:lnTo>
                  <a:lnTo>
                    <a:pt x="26" y="122"/>
                  </a:lnTo>
                  <a:lnTo>
                    <a:pt x="26" y="122"/>
                  </a:lnTo>
                  <a:lnTo>
                    <a:pt x="16" y="120"/>
                  </a:lnTo>
                  <a:lnTo>
                    <a:pt x="8" y="116"/>
                  </a:lnTo>
                  <a:lnTo>
                    <a:pt x="2" y="110"/>
                  </a:lnTo>
                  <a:lnTo>
                    <a:pt x="0" y="102"/>
                  </a:lnTo>
                  <a:lnTo>
                    <a:pt x="0" y="102"/>
                  </a:lnTo>
                  <a:lnTo>
                    <a:pt x="2" y="94"/>
                  </a:lnTo>
                  <a:lnTo>
                    <a:pt x="8" y="88"/>
                  </a:lnTo>
                  <a:lnTo>
                    <a:pt x="16" y="84"/>
                  </a:lnTo>
                  <a:lnTo>
                    <a:pt x="26" y="82"/>
                  </a:lnTo>
                  <a:lnTo>
                    <a:pt x="26" y="82"/>
                  </a:lnTo>
                  <a:lnTo>
                    <a:pt x="16" y="80"/>
                  </a:lnTo>
                  <a:lnTo>
                    <a:pt x="8" y="76"/>
                  </a:lnTo>
                  <a:lnTo>
                    <a:pt x="2" y="70"/>
                  </a:lnTo>
                  <a:lnTo>
                    <a:pt x="0" y="62"/>
                  </a:lnTo>
                  <a:lnTo>
                    <a:pt x="0" y="62"/>
                  </a:lnTo>
                  <a:lnTo>
                    <a:pt x="2" y="54"/>
                  </a:lnTo>
                  <a:lnTo>
                    <a:pt x="8" y="48"/>
                  </a:lnTo>
                  <a:lnTo>
                    <a:pt x="16" y="42"/>
                  </a:lnTo>
                  <a:lnTo>
                    <a:pt x="26" y="42"/>
                  </a:lnTo>
                  <a:lnTo>
                    <a:pt x="26" y="42"/>
                  </a:lnTo>
                  <a:lnTo>
                    <a:pt x="16" y="40"/>
                  </a:lnTo>
                  <a:lnTo>
                    <a:pt x="8" y="36"/>
                  </a:lnTo>
                  <a:lnTo>
                    <a:pt x="2" y="28"/>
                  </a:lnTo>
                  <a:lnTo>
                    <a:pt x="0" y="22"/>
                  </a:lnTo>
                  <a:lnTo>
                    <a:pt x="0" y="22"/>
                  </a:lnTo>
                  <a:lnTo>
                    <a:pt x="2" y="14"/>
                  </a:lnTo>
                  <a:lnTo>
                    <a:pt x="8" y="6"/>
                  </a:lnTo>
                  <a:lnTo>
                    <a:pt x="16" y="2"/>
                  </a:lnTo>
                  <a:lnTo>
                    <a:pt x="26" y="0"/>
                  </a:lnTo>
                  <a:lnTo>
                    <a:pt x="26" y="0"/>
                  </a:lnTo>
                </a:path>
              </a:pathLst>
            </a:custGeom>
            <a:solidFill>
              <a:schemeClr val="accent3"/>
            </a:solidFill>
            <a:ln>
              <a:noFill/>
            </a:ln>
          </p:spPr>
          <p:txBody>
            <a:bodyPr vert="horz" wrap="square" lIns="91440" tIns="45721" rIns="91440" bIns="45721"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1" b="0" i="0" u="none" strike="noStrike" kern="1200" cap="none" spc="0" normalizeH="0" baseline="0" noProof="0">
                <a:ln>
                  <a:noFill/>
                </a:ln>
                <a:solidFill>
                  <a:prstClr val="black"/>
                </a:solidFill>
                <a:effectLst/>
                <a:uLnTx/>
                <a:uFillTx/>
                <a:latin typeface="Verdana"/>
                <a:ea typeface="+mn-ea"/>
                <a:cs typeface="+mn-cs"/>
              </a:endParaRPr>
            </a:p>
          </p:txBody>
        </p:sp>
        <p:sp>
          <p:nvSpPr>
            <p:cNvPr id="179" name="Line 342">
              <a:extLst>
                <a:ext uri="{FF2B5EF4-FFF2-40B4-BE49-F238E27FC236}">
                  <a16:creationId xmlns:a16="http://schemas.microsoft.com/office/drawing/2014/main" id="{89AA972D-7EEE-4A8A-8513-837496FB82A8}"/>
                </a:ext>
              </a:extLst>
            </p:cNvPr>
            <p:cNvSpPr>
              <a:spLocks noChangeShapeType="1"/>
            </p:cNvSpPr>
            <p:nvPr/>
          </p:nvSpPr>
          <p:spPr bwMode="auto">
            <a:xfrm>
              <a:off x="3885005" y="4822263"/>
              <a:ext cx="0" cy="0"/>
            </a:xfrm>
            <a:prstGeom prst="line">
              <a:avLst/>
            </a:pr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1" rIns="91440" bIns="45721"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1" b="0" i="0" u="none" strike="noStrike" kern="1200" cap="none" spc="0" normalizeH="0" baseline="0" noProof="0">
                <a:ln>
                  <a:noFill/>
                </a:ln>
                <a:solidFill>
                  <a:prstClr val="black"/>
                </a:solidFill>
                <a:effectLst/>
                <a:uLnTx/>
                <a:uFillTx/>
                <a:latin typeface="Verdana"/>
                <a:ea typeface="+mn-ea"/>
                <a:cs typeface="+mn-cs"/>
              </a:endParaRPr>
            </a:p>
          </p:txBody>
        </p:sp>
        <p:sp>
          <p:nvSpPr>
            <p:cNvPr id="180" name="Freeform 343">
              <a:extLst>
                <a:ext uri="{FF2B5EF4-FFF2-40B4-BE49-F238E27FC236}">
                  <a16:creationId xmlns:a16="http://schemas.microsoft.com/office/drawing/2014/main" id="{7153609D-8F9F-4E01-8C1A-37045BE98ACA}"/>
                </a:ext>
              </a:extLst>
            </p:cNvPr>
            <p:cNvSpPr>
              <a:spLocks noEditPoints="1"/>
            </p:cNvSpPr>
            <p:nvPr/>
          </p:nvSpPr>
          <p:spPr bwMode="auto">
            <a:xfrm>
              <a:off x="3884123" y="4780428"/>
              <a:ext cx="19064" cy="38658"/>
            </a:xfrm>
            <a:custGeom>
              <a:avLst/>
              <a:gdLst>
                <a:gd name="T0" fmla="*/ 20 w 216"/>
                <a:gd name="T1" fmla="*/ 0 h 438"/>
                <a:gd name="T2" fmla="*/ 70 w 216"/>
                <a:gd name="T3" fmla="*/ 416 h 438"/>
                <a:gd name="T4" fmla="*/ 146 w 216"/>
                <a:gd name="T5" fmla="*/ 416 h 438"/>
                <a:gd name="T6" fmla="*/ 198 w 216"/>
                <a:gd name="T7" fmla="*/ 0 h 438"/>
                <a:gd name="T8" fmla="*/ 216 w 216"/>
                <a:gd name="T9" fmla="*/ 2 h 438"/>
                <a:gd name="T10" fmla="*/ 164 w 216"/>
                <a:gd name="T11" fmla="*/ 430 h 438"/>
                <a:gd name="T12" fmla="*/ 162 w 216"/>
                <a:gd name="T13" fmla="*/ 438 h 438"/>
                <a:gd name="T14" fmla="*/ 54 w 216"/>
                <a:gd name="T15" fmla="*/ 438 h 438"/>
                <a:gd name="T16" fmla="*/ 54 w 216"/>
                <a:gd name="T17" fmla="*/ 430 h 438"/>
                <a:gd name="T18" fmla="*/ 0 w 216"/>
                <a:gd name="T19" fmla="*/ 2 h 438"/>
                <a:gd name="T20" fmla="*/ 20 w 216"/>
                <a:gd name="T21" fmla="*/ 0 h 438"/>
                <a:gd name="T22" fmla="*/ 20 w 216"/>
                <a:gd name="T23" fmla="*/ 0 h 438"/>
                <a:gd name="T24" fmla="*/ 20 w 216"/>
                <a:gd name="T25" fmla="*/ 0 h 438"/>
                <a:gd name="T26" fmla="*/ 20 w 216"/>
                <a:gd name="T27" fmla="*/ 0 h 4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16" h="438">
                  <a:moveTo>
                    <a:pt x="20" y="0"/>
                  </a:moveTo>
                  <a:lnTo>
                    <a:pt x="70" y="416"/>
                  </a:lnTo>
                  <a:lnTo>
                    <a:pt x="146" y="416"/>
                  </a:lnTo>
                  <a:lnTo>
                    <a:pt x="198" y="0"/>
                  </a:lnTo>
                  <a:lnTo>
                    <a:pt x="216" y="2"/>
                  </a:lnTo>
                  <a:lnTo>
                    <a:pt x="164" y="430"/>
                  </a:lnTo>
                  <a:lnTo>
                    <a:pt x="162" y="438"/>
                  </a:lnTo>
                  <a:lnTo>
                    <a:pt x="54" y="438"/>
                  </a:lnTo>
                  <a:lnTo>
                    <a:pt x="54" y="430"/>
                  </a:lnTo>
                  <a:lnTo>
                    <a:pt x="0" y="2"/>
                  </a:lnTo>
                  <a:lnTo>
                    <a:pt x="20" y="0"/>
                  </a:lnTo>
                  <a:lnTo>
                    <a:pt x="20" y="0"/>
                  </a:lnTo>
                  <a:close/>
                  <a:moveTo>
                    <a:pt x="20" y="0"/>
                  </a:moveTo>
                  <a:lnTo>
                    <a:pt x="20"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1" rIns="91440" bIns="45721"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1" b="0" i="0" u="none" strike="noStrike" kern="1200" cap="none" spc="0" normalizeH="0" baseline="0" noProof="0">
                <a:ln>
                  <a:noFill/>
                </a:ln>
                <a:solidFill>
                  <a:prstClr val="black"/>
                </a:solidFill>
                <a:effectLst/>
                <a:uLnTx/>
                <a:uFillTx/>
                <a:latin typeface="Verdana"/>
                <a:ea typeface="+mn-ea"/>
                <a:cs typeface="+mn-cs"/>
              </a:endParaRPr>
            </a:p>
          </p:txBody>
        </p:sp>
        <p:sp>
          <p:nvSpPr>
            <p:cNvPr id="181" name="Freeform 344">
              <a:extLst>
                <a:ext uri="{FF2B5EF4-FFF2-40B4-BE49-F238E27FC236}">
                  <a16:creationId xmlns:a16="http://schemas.microsoft.com/office/drawing/2014/main" id="{9214914B-4937-4F52-938D-9B4DC6158423}"/>
                </a:ext>
              </a:extLst>
            </p:cNvPr>
            <p:cNvSpPr>
              <a:spLocks/>
            </p:cNvSpPr>
            <p:nvPr/>
          </p:nvSpPr>
          <p:spPr bwMode="auto">
            <a:xfrm>
              <a:off x="3884123" y="4780428"/>
              <a:ext cx="19064" cy="38658"/>
            </a:xfrm>
            <a:custGeom>
              <a:avLst/>
              <a:gdLst>
                <a:gd name="T0" fmla="*/ 20 w 216"/>
                <a:gd name="T1" fmla="*/ 0 h 438"/>
                <a:gd name="T2" fmla="*/ 70 w 216"/>
                <a:gd name="T3" fmla="*/ 416 h 438"/>
                <a:gd name="T4" fmla="*/ 146 w 216"/>
                <a:gd name="T5" fmla="*/ 416 h 438"/>
                <a:gd name="T6" fmla="*/ 198 w 216"/>
                <a:gd name="T7" fmla="*/ 0 h 438"/>
                <a:gd name="T8" fmla="*/ 216 w 216"/>
                <a:gd name="T9" fmla="*/ 2 h 438"/>
                <a:gd name="T10" fmla="*/ 164 w 216"/>
                <a:gd name="T11" fmla="*/ 430 h 438"/>
                <a:gd name="T12" fmla="*/ 162 w 216"/>
                <a:gd name="T13" fmla="*/ 438 h 438"/>
                <a:gd name="T14" fmla="*/ 54 w 216"/>
                <a:gd name="T15" fmla="*/ 438 h 438"/>
                <a:gd name="T16" fmla="*/ 54 w 216"/>
                <a:gd name="T17" fmla="*/ 430 h 438"/>
                <a:gd name="T18" fmla="*/ 0 w 216"/>
                <a:gd name="T19" fmla="*/ 2 h 438"/>
                <a:gd name="T20" fmla="*/ 20 w 216"/>
                <a:gd name="T21" fmla="*/ 0 h 438"/>
                <a:gd name="T22" fmla="*/ 20 w 216"/>
                <a:gd name="T23" fmla="*/ 0 h 4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16" h="438">
                  <a:moveTo>
                    <a:pt x="20" y="0"/>
                  </a:moveTo>
                  <a:lnTo>
                    <a:pt x="70" y="416"/>
                  </a:lnTo>
                  <a:lnTo>
                    <a:pt x="146" y="416"/>
                  </a:lnTo>
                  <a:lnTo>
                    <a:pt x="198" y="0"/>
                  </a:lnTo>
                  <a:lnTo>
                    <a:pt x="216" y="2"/>
                  </a:lnTo>
                  <a:lnTo>
                    <a:pt x="164" y="430"/>
                  </a:lnTo>
                  <a:lnTo>
                    <a:pt x="162" y="438"/>
                  </a:lnTo>
                  <a:lnTo>
                    <a:pt x="54" y="438"/>
                  </a:lnTo>
                  <a:lnTo>
                    <a:pt x="54" y="430"/>
                  </a:lnTo>
                  <a:lnTo>
                    <a:pt x="0" y="2"/>
                  </a:lnTo>
                  <a:lnTo>
                    <a:pt x="20" y="0"/>
                  </a:lnTo>
                  <a:lnTo>
                    <a:pt x="20" y="0"/>
                  </a:lnTo>
                </a:path>
              </a:pathLst>
            </a:custGeom>
            <a:solidFill>
              <a:schemeClr val="bg1"/>
            </a:solidFill>
            <a:ln>
              <a:noFill/>
            </a:ln>
          </p:spPr>
          <p:txBody>
            <a:bodyPr vert="horz" wrap="square" lIns="91440" tIns="45721" rIns="91440" bIns="45721"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1" b="0" i="0" u="none" strike="noStrike" kern="1200" cap="none" spc="0" normalizeH="0" baseline="0" noProof="0">
                <a:ln>
                  <a:noFill/>
                </a:ln>
                <a:solidFill>
                  <a:prstClr val="black"/>
                </a:solidFill>
                <a:effectLst/>
                <a:uLnTx/>
                <a:uFillTx/>
                <a:latin typeface="Verdana"/>
                <a:ea typeface="+mn-ea"/>
                <a:cs typeface="+mn-cs"/>
              </a:endParaRPr>
            </a:p>
          </p:txBody>
        </p:sp>
        <p:sp>
          <p:nvSpPr>
            <p:cNvPr id="182" name="Line 345">
              <a:extLst>
                <a:ext uri="{FF2B5EF4-FFF2-40B4-BE49-F238E27FC236}">
                  <a16:creationId xmlns:a16="http://schemas.microsoft.com/office/drawing/2014/main" id="{5C587802-D33D-448B-AEA4-9FF5EED4B511}"/>
                </a:ext>
              </a:extLst>
            </p:cNvPr>
            <p:cNvSpPr>
              <a:spLocks noChangeShapeType="1"/>
            </p:cNvSpPr>
            <p:nvPr/>
          </p:nvSpPr>
          <p:spPr bwMode="auto">
            <a:xfrm>
              <a:off x="3885888" y="4780428"/>
              <a:ext cx="0" cy="0"/>
            </a:xfrm>
            <a:prstGeom prst="line">
              <a:avLst/>
            </a:pr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1" rIns="91440" bIns="45721"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1" b="0" i="0" u="none" strike="noStrike" kern="1200" cap="none" spc="0" normalizeH="0" baseline="0" noProof="0">
                <a:ln>
                  <a:noFill/>
                </a:ln>
                <a:solidFill>
                  <a:prstClr val="black"/>
                </a:solidFill>
                <a:effectLst/>
                <a:uLnTx/>
                <a:uFillTx/>
                <a:latin typeface="Verdana"/>
                <a:ea typeface="+mn-ea"/>
                <a:cs typeface="+mn-cs"/>
              </a:endParaRPr>
            </a:p>
          </p:txBody>
        </p:sp>
        <p:sp>
          <p:nvSpPr>
            <p:cNvPr id="183" name="Freeform 346">
              <a:extLst>
                <a:ext uri="{FF2B5EF4-FFF2-40B4-BE49-F238E27FC236}">
                  <a16:creationId xmlns:a16="http://schemas.microsoft.com/office/drawing/2014/main" id="{15036E95-4F8E-432C-B922-A32C0F3B2832}"/>
                </a:ext>
              </a:extLst>
            </p:cNvPr>
            <p:cNvSpPr>
              <a:spLocks noEditPoints="1"/>
            </p:cNvSpPr>
            <p:nvPr/>
          </p:nvSpPr>
          <p:spPr bwMode="auto">
            <a:xfrm>
              <a:off x="3877238" y="4775662"/>
              <a:ext cx="34068" cy="10591"/>
            </a:xfrm>
            <a:custGeom>
              <a:avLst/>
              <a:gdLst>
                <a:gd name="T0" fmla="*/ 218 w 386"/>
                <a:gd name="T1" fmla="*/ 0 h 120"/>
                <a:gd name="T2" fmla="*/ 210 w 386"/>
                <a:gd name="T3" fmla="*/ 46 h 120"/>
                <a:gd name="T4" fmla="*/ 386 w 386"/>
                <a:gd name="T5" fmla="*/ 20 h 120"/>
                <a:gd name="T6" fmla="*/ 148 w 386"/>
                <a:gd name="T7" fmla="*/ 120 h 120"/>
                <a:gd name="T8" fmla="*/ 156 w 386"/>
                <a:gd name="T9" fmla="*/ 56 h 120"/>
                <a:gd name="T10" fmla="*/ 0 w 386"/>
                <a:gd name="T11" fmla="*/ 84 h 120"/>
                <a:gd name="T12" fmla="*/ 218 w 386"/>
                <a:gd name="T13" fmla="*/ 0 h 120"/>
                <a:gd name="T14" fmla="*/ 218 w 386"/>
                <a:gd name="T15" fmla="*/ 0 h 120"/>
                <a:gd name="T16" fmla="*/ 218 w 386"/>
                <a:gd name="T17" fmla="*/ 0 h 120"/>
                <a:gd name="T18" fmla="*/ 218 w 386"/>
                <a:gd name="T19" fmla="*/ 0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86" h="120">
                  <a:moveTo>
                    <a:pt x="218" y="0"/>
                  </a:moveTo>
                  <a:lnTo>
                    <a:pt x="210" y="46"/>
                  </a:lnTo>
                  <a:lnTo>
                    <a:pt x="386" y="20"/>
                  </a:lnTo>
                  <a:lnTo>
                    <a:pt x="148" y="120"/>
                  </a:lnTo>
                  <a:lnTo>
                    <a:pt x="156" y="56"/>
                  </a:lnTo>
                  <a:lnTo>
                    <a:pt x="0" y="84"/>
                  </a:lnTo>
                  <a:lnTo>
                    <a:pt x="218" y="0"/>
                  </a:lnTo>
                  <a:lnTo>
                    <a:pt x="218" y="0"/>
                  </a:lnTo>
                  <a:close/>
                  <a:moveTo>
                    <a:pt x="218" y="0"/>
                  </a:moveTo>
                  <a:lnTo>
                    <a:pt x="218"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1" rIns="91440" bIns="45721"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1" b="0" i="0" u="none" strike="noStrike" kern="1200" cap="none" spc="0" normalizeH="0" baseline="0" noProof="0">
                <a:ln>
                  <a:noFill/>
                </a:ln>
                <a:solidFill>
                  <a:prstClr val="black"/>
                </a:solidFill>
                <a:effectLst/>
                <a:uLnTx/>
                <a:uFillTx/>
                <a:latin typeface="Verdana"/>
                <a:ea typeface="+mn-ea"/>
                <a:cs typeface="+mn-cs"/>
              </a:endParaRPr>
            </a:p>
          </p:txBody>
        </p:sp>
        <p:sp>
          <p:nvSpPr>
            <p:cNvPr id="184" name="Freeform 347">
              <a:extLst>
                <a:ext uri="{FF2B5EF4-FFF2-40B4-BE49-F238E27FC236}">
                  <a16:creationId xmlns:a16="http://schemas.microsoft.com/office/drawing/2014/main" id="{B1B02BFB-0072-4602-BACA-6DF395EEFFA8}"/>
                </a:ext>
              </a:extLst>
            </p:cNvPr>
            <p:cNvSpPr>
              <a:spLocks/>
            </p:cNvSpPr>
            <p:nvPr/>
          </p:nvSpPr>
          <p:spPr bwMode="auto">
            <a:xfrm>
              <a:off x="3877238" y="4775662"/>
              <a:ext cx="34068" cy="10591"/>
            </a:xfrm>
            <a:custGeom>
              <a:avLst/>
              <a:gdLst>
                <a:gd name="T0" fmla="*/ 218 w 386"/>
                <a:gd name="T1" fmla="*/ 0 h 120"/>
                <a:gd name="T2" fmla="*/ 210 w 386"/>
                <a:gd name="T3" fmla="*/ 46 h 120"/>
                <a:gd name="T4" fmla="*/ 386 w 386"/>
                <a:gd name="T5" fmla="*/ 20 h 120"/>
                <a:gd name="T6" fmla="*/ 148 w 386"/>
                <a:gd name="T7" fmla="*/ 120 h 120"/>
                <a:gd name="T8" fmla="*/ 156 w 386"/>
                <a:gd name="T9" fmla="*/ 56 h 120"/>
                <a:gd name="T10" fmla="*/ 0 w 386"/>
                <a:gd name="T11" fmla="*/ 84 h 120"/>
                <a:gd name="T12" fmla="*/ 218 w 386"/>
                <a:gd name="T13" fmla="*/ 0 h 120"/>
                <a:gd name="T14" fmla="*/ 218 w 386"/>
                <a:gd name="T15" fmla="*/ 0 h 12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86" h="120">
                  <a:moveTo>
                    <a:pt x="218" y="0"/>
                  </a:moveTo>
                  <a:lnTo>
                    <a:pt x="210" y="46"/>
                  </a:lnTo>
                  <a:lnTo>
                    <a:pt x="386" y="20"/>
                  </a:lnTo>
                  <a:lnTo>
                    <a:pt x="148" y="120"/>
                  </a:lnTo>
                  <a:lnTo>
                    <a:pt x="156" y="56"/>
                  </a:lnTo>
                  <a:lnTo>
                    <a:pt x="0" y="84"/>
                  </a:lnTo>
                  <a:lnTo>
                    <a:pt x="218" y="0"/>
                  </a:lnTo>
                  <a:lnTo>
                    <a:pt x="218" y="0"/>
                  </a:lnTo>
                </a:path>
              </a:pathLst>
            </a:custGeom>
            <a:solidFill>
              <a:schemeClr val="bg1"/>
            </a:solidFill>
            <a:ln>
              <a:noFill/>
            </a:ln>
          </p:spPr>
          <p:txBody>
            <a:bodyPr vert="horz" wrap="square" lIns="91440" tIns="45721" rIns="91440" bIns="45721"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1" b="0" i="0" u="none" strike="noStrike" kern="1200" cap="none" spc="0" normalizeH="0" baseline="0" noProof="0">
                <a:ln>
                  <a:noFill/>
                </a:ln>
                <a:solidFill>
                  <a:prstClr val="black"/>
                </a:solidFill>
                <a:effectLst/>
                <a:uLnTx/>
                <a:uFillTx/>
                <a:latin typeface="Verdana"/>
                <a:ea typeface="+mn-ea"/>
                <a:cs typeface="+mn-cs"/>
              </a:endParaRPr>
            </a:p>
          </p:txBody>
        </p:sp>
        <p:sp>
          <p:nvSpPr>
            <p:cNvPr id="185" name="Line 348">
              <a:extLst>
                <a:ext uri="{FF2B5EF4-FFF2-40B4-BE49-F238E27FC236}">
                  <a16:creationId xmlns:a16="http://schemas.microsoft.com/office/drawing/2014/main" id="{F6BF7227-F6B4-4A91-93EA-47C9D5AFD10D}"/>
                </a:ext>
              </a:extLst>
            </p:cNvPr>
            <p:cNvSpPr>
              <a:spLocks noChangeShapeType="1"/>
            </p:cNvSpPr>
            <p:nvPr/>
          </p:nvSpPr>
          <p:spPr bwMode="auto">
            <a:xfrm>
              <a:off x="3896479" y="4775662"/>
              <a:ext cx="0" cy="0"/>
            </a:xfrm>
            <a:prstGeom prst="line">
              <a:avLst/>
            </a:pr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1" rIns="91440" bIns="45721"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1" b="0" i="0" u="none" strike="noStrike" kern="1200" cap="none" spc="0" normalizeH="0" baseline="0" noProof="0">
                <a:ln>
                  <a:noFill/>
                </a:ln>
                <a:solidFill>
                  <a:prstClr val="black"/>
                </a:solidFill>
                <a:effectLst/>
                <a:uLnTx/>
                <a:uFillTx/>
                <a:latin typeface="Verdana"/>
                <a:ea typeface="+mn-ea"/>
                <a:cs typeface="+mn-cs"/>
              </a:endParaRPr>
            </a:p>
          </p:txBody>
        </p:sp>
        <p:sp>
          <p:nvSpPr>
            <p:cNvPr id="186" name="Freeform 349">
              <a:extLst>
                <a:ext uri="{FF2B5EF4-FFF2-40B4-BE49-F238E27FC236}">
                  <a16:creationId xmlns:a16="http://schemas.microsoft.com/office/drawing/2014/main" id="{A82A16CE-EA61-4769-9D88-353745B5F7E1}"/>
                </a:ext>
              </a:extLst>
            </p:cNvPr>
            <p:cNvSpPr>
              <a:spLocks noEditPoints="1"/>
            </p:cNvSpPr>
            <p:nvPr/>
          </p:nvSpPr>
          <p:spPr bwMode="auto">
            <a:xfrm>
              <a:off x="3883240" y="4832678"/>
              <a:ext cx="20829" cy="8297"/>
            </a:xfrm>
            <a:custGeom>
              <a:avLst/>
              <a:gdLst>
                <a:gd name="T0" fmla="*/ 104 w 236"/>
                <a:gd name="T1" fmla="*/ 94 h 94"/>
                <a:gd name="T2" fmla="*/ 84 w 236"/>
                <a:gd name="T3" fmla="*/ 88 h 94"/>
                <a:gd name="T4" fmla="*/ 76 w 236"/>
                <a:gd name="T5" fmla="*/ 88 h 94"/>
                <a:gd name="T6" fmla="*/ 66 w 236"/>
                <a:gd name="T7" fmla="*/ 86 h 94"/>
                <a:gd name="T8" fmla="*/ 60 w 236"/>
                <a:gd name="T9" fmla="*/ 76 h 94"/>
                <a:gd name="T10" fmla="*/ 58 w 236"/>
                <a:gd name="T11" fmla="*/ 76 h 94"/>
                <a:gd name="T12" fmla="*/ 46 w 236"/>
                <a:gd name="T13" fmla="*/ 70 h 94"/>
                <a:gd name="T14" fmla="*/ 40 w 236"/>
                <a:gd name="T15" fmla="*/ 56 h 94"/>
                <a:gd name="T16" fmla="*/ 40 w 236"/>
                <a:gd name="T17" fmla="*/ 52 h 94"/>
                <a:gd name="T18" fmla="*/ 48 w 236"/>
                <a:gd name="T19" fmla="*/ 40 h 94"/>
                <a:gd name="T20" fmla="*/ 20 w 236"/>
                <a:gd name="T21" fmla="*/ 40 h 94"/>
                <a:gd name="T22" fmla="*/ 6 w 236"/>
                <a:gd name="T23" fmla="*/ 34 h 94"/>
                <a:gd name="T24" fmla="*/ 0 w 236"/>
                <a:gd name="T25" fmla="*/ 20 h 94"/>
                <a:gd name="T26" fmla="*/ 2 w 236"/>
                <a:gd name="T27" fmla="*/ 12 h 94"/>
                <a:gd name="T28" fmla="*/ 12 w 236"/>
                <a:gd name="T29" fmla="*/ 0 h 94"/>
                <a:gd name="T30" fmla="*/ 218 w 236"/>
                <a:gd name="T31" fmla="*/ 0 h 94"/>
                <a:gd name="T32" fmla="*/ 224 w 236"/>
                <a:gd name="T33" fmla="*/ 0 h 94"/>
                <a:gd name="T34" fmla="*/ 234 w 236"/>
                <a:gd name="T35" fmla="*/ 12 h 94"/>
                <a:gd name="T36" fmla="*/ 236 w 236"/>
                <a:gd name="T37" fmla="*/ 20 h 94"/>
                <a:gd name="T38" fmla="*/ 230 w 236"/>
                <a:gd name="T39" fmla="*/ 34 h 94"/>
                <a:gd name="T40" fmla="*/ 218 w 236"/>
                <a:gd name="T41" fmla="*/ 40 h 94"/>
                <a:gd name="T42" fmla="*/ 188 w 236"/>
                <a:gd name="T43" fmla="*/ 40 h 94"/>
                <a:gd name="T44" fmla="*/ 196 w 236"/>
                <a:gd name="T45" fmla="*/ 52 h 94"/>
                <a:gd name="T46" fmla="*/ 198 w 236"/>
                <a:gd name="T47" fmla="*/ 56 h 94"/>
                <a:gd name="T48" fmla="*/ 192 w 236"/>
                <a:gd name="T49" fmla="*/ 70 h 94"/>
                <a:gd name="T50" fmla="*/ 178 w 236"/>
                <a:gd name="T51" fmla="*/ 76 h 94"/>
                <a:gd name="T52" fmla="*/ 178 w 236"/>
                <a:gd name="T53" fmla="*/ 76 h 94"/>
                <a:gd name="T54" fmla="*/ 172 w 236"/>
                <a:gd name="T55" fmla="*/ 86 h 94"/>
                <a:gd name="T56" fmla="*/ 160 w 236"/>
                <a:gd name="T57" fmla="*/ 88 h 94"/>
                <a:gd name="T58" fmla="*/ 152 w 236"/>
                <a:gd name="T59" fmla="*/ 94 h 94"/>
                <a:gd name="T60" fmla="*/ 134 w 236"/>
                <a:gd name="T61" fmla="*/ 88 h 94"/>
                <a:gd name="T62" fmla="*/ 104 w 236"/>
                <a:gd name="T63" fmla="*/ 88 h 94"/>
                <a:gd name="T64" fmla="*/ 104 w 236"/>
                <a:gd name="T65" fmla="*/ 88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6" h="94">
                  <a:moveTo>
                    <a:pt x="104" y="88"/>
                  </a:moveTo>
                  <a:lnTo>
                    <a:pt x="104" y="94"/>
                  </a:lnTo>
                  <a:lnTo>
                    <a:pt x="84" y="94"/>
                  </a:lnTo>
                  <a:lnTo>
                    <a:pt x="84" y="88"/>
                  </a:lnTo>
                  <a:lnTo>
                    <a:pt x="76" y="88"/>
                  </a:lnTo>
                  <a:lnTo>
                    <a:pt x="76" y="88"/>
                  </a:lnTo>
                  <a:lnTo>
                    <a:pt x="70" y="88"/>
                  </a:lnTo>
                  <a:lnTo>
                    <a:pt x="66" y="86"/>
                  </a:lnTo>
                  <a:lnTo>
                    <a:pt x="62" y="82"/>
                  </a:lnTo>
                  <a:lnTo>
                    <a:pt x="60" y="76"/>
                  </a:lnTo>
                  <a:lnTo>
                    <a:pt x="58" y="76"/>
                  </a:lnTo>
                  <a:lnTo>
                    <a:pt x="58" y="76"/>
                  </a:lnTo>
                  <a:lnTo>
                    <a:pt x="52" y="76"/>
                  </a:lnTo>
                  <a:lnTo>
                    <a:pt x="46" y="70"/>
                  </a:lnTo>
                  <a:lnTo>
                    <a:pt x="42" y="64"/>
                  </a:lnTo>
                  <a:lnTo>
                    <a:pt x="40" y="56"/>
                  </a:lnTo>
                  <a:lnTo>
                    <a:pt x="40" y="56"/>
                  </a:lnTo>
                  <a:lnTo>
                    <a:pt x="40" y="52"/>
                  </a:lnTo>
                  <a:lnTo>
                    <a:pt x="42" y="46"/>
                  </a:lnTo>
                  <a:lnTo>
                    <a:pt x="48" y="40"/>
                  </a:lnTo>
                  <a:lnTo>
                    <a:pt x="20" y="40"/>
                  </a:lnTo>
                  <a:lnTo>
                    <a:pt x="20" y="40"/>
                  </a:lnTo>
                  <a:lnTo>
                    <a:pt x="12" y="38"/>
                  </a:lnTo>
                  <a:lnTo>
                    <a:pt x="6" y="34"/>
                  </a:lnTo>
                  <a:lnTo>
                    <a:pt x="2" y="28"/>
                  </a:lnTo>
                  <a:lnTo>
                    <a:pt x="0" y="20"/>
                  </a:lnTo>
                  <a:lnTo>
                    <a:pt x="0" y="20"/>
                  </a:lnTo>
                  <a:lnTo>
                    <a:pt x="2" y="12"/>
                  </a:lnTo>
                  <a:lnTo>
                    <a:pt x="6" y="6"/>
                  </a:lnTo>
                  <a:lnTo>
                    <a:pt x="12" y="0"/>
                  </a:lnTo>
                  <a:lnTo>
                    <a:pt x="20" y="0"/>
                  </a:lnTo>
                  <a:lnTo>
                    <a:pt x="218" y="0"/>
                  </a:lnTo>
                  <a:lnTo>
                    <a:pt x="218" y="0"/>
                  </a:lnTo>
                  <a:lnTo>
                    <a:pt x="224" y="0"/>
                  </a:lnTo>
                  <a:lnTo>
                    <a:pt x="230" y="6"/>
                  </a:lnTo>
                  <a:lnTo>
                    <a:pt x="234" y="12"/>
                  </a:lnTo>
                  <a:lnTo>
                    <a:pt x="236" y="20"/>
                  </a:lnTo>
                  <a:lnTo>
                    <a:pt x="236" y="20"/>
                  </a:lnTo>
                  <a:lnTo>
                    <a:pt x="234" y="28"/>
                  </a:lnTo>
                  <a:lnTo>
                    <a:pt x="230" y="34"/>
                  </a:lnTo>
                  <a:lnTo>
                    <a:pt x="224" y="38"/>
                  </a:lnTo>
                  <a:lnTo>
                    <a:pt x="218" y="40"/>
                  </a:lnTo>
                  <a:lnTo>
                    <a:pt x="188" y="40"/>
                  </a:lnTo>
                  <a:lnTo>
                    <a:pt x="188" y="40"/>
                  </a:lnTo>
                  <a:lnTo>
                    <a:pt x="194" y="46"/>
                  </a:lnTo>
                  <a:lnTo>
                    <a:pt x="196" y="52"/>
                  </a:lnTo>
                  <a:lnTo>
                    <a:pt x="198" y="56"/>
                  </a:lnTo>
                  <a:lnTo>
                    <a:pt x="198" y="56"/>
                  </a:lnTo>
                  <a:lnTo>
                    <a:pt x="196" y="64"/>
                  </a:lnTo>
                  <a:lnTo>
                    <a:pt x="192" y="70"/>
                  </a:lnTo>
                  <a:lnTo>
                    <a:pt x="186" y="76"/>
                  </a:lnTo>
                  <a:lnTo>
                    <a:pt x="178" y="76"/>
                  </a:lnTo>
                  <a:lnTo>
                    <a:pt x="178" y="76"/>
                  </a:lnTo>
                  <a:lnTo>
                    <a:pt x="178" y="76"/>
                  </a:lnTo>
                  <a:lnTo>
                    <a:pt x="174" y="82"/>
                  </a:lnTo>
                  <a:lnTo>
                    <a:pt x="172" y="86"/>
                  </a:lnTo>
                  <a:lnTo>
                    <a:pt x="166" y="88"/>
                  </a:lnTo>
                  <a:lnTo>
                    <a:pt x="160" y="88"/>
                  </a:lnTo>
                  <a:lnTo>
                    <a:pt x="152" y="88"/>
                  </a:lnTo>
                  <a:lnTo>
                    <a:pt x="152" y="94"/>
                  </a:lnTo>
                  <a:lnTo>
                    <a:pt x="134" y="94"/>
                  </a:lnTo>
                  <a:lnTo>
                    <a:pt x="134" y="88"/>
                  </a:lnTo>
                  <a:lnTo>
                    <a:pt x="104" y="88"/>
                  </a:lnTo>
                  <a:lnTo>
                    <a:pt x="104" y="88"/>
                  </a:lnTo>
                  <a:close/>
                  <a:moveTo>
                    <a:pt x="104" y="88"/>
                  </a:moveTo>
                  <a:lnTo>
                    <a:pt x="104" y="88"/>
                  </a:lnTo>
                  <a:close/>
                </a:path>
              </a:pathLst>
            </a:custGeom>
            <a:solidFill>
              <a:schemeClr val="accent3"/>
            </a:solidFill>
            <a:ln>
              <a:noFill/>
            </a:ln>
          </p:spPr>
          <p:txBody>
            <a:bodyPr vert="horz" wrap="square" lIns="91440" tIns="45721" rIns="91440" bIns="45721"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1" b="0" i="0" u="none" strike="noStrike" kern="1200" cap="none" spc="0" normalizeH="0" baseline="0" noProof="0">
                <a:ln>
                  <a:noFill/>
                </a:ln>
                <a:solidFill>
                  <a:prstClr val="black"/>
                </a:solidFill>
                <a:effectLst/>
                <a:uLnTx/>
                <a:uFillTx/>
                <a:latin typeface="Verdana"/>
                <a:ea typeface="+mn-ea"/>
                <a:cs typeface="+mn-cs"/>
              </a:endParaRPr>
            </a:p>
          </p:txBody>
        </p:sp>
        <p:sp>
          <p:nvSpPr>
            <p:cNvPr id="187" name="Freeform 350">
              <a:extLst>
                <a:ext uri="{FF2B5EF4-FFF2-40B4-BE49-F238E27FC236}">
                  <a16:creationId xmlns:a16="http://schemas.microsoft.com/office/drawing/2014/main" id="{270173C9-B563-4857-BC01-4949D60D0BB6}"/>
                </a:ext>
              </a:extLst>
            </p:cNvPr>
            <p:cNvSpPr>
              <a:spLocks/>
            </p:cNvSpPr>
            <p:nvPr/>
          </p:nvSpPr>
          <p:spPr bwMode="auto">
            <a:xfrm>
              <a:off x="3883240" y="4832678"/>
              <a:ext cx="20829" cy="8297"/>
            </a:xfrm>
            <a:custGeom>
              <a:avLst/>
              <a:gdLst>
                <a:gd name="T0" fmla="*/ 104 w 236"/>
                <a:gd name="T1" fmla="*/ 94 h 94"/>
                <a:gd name="T2" fmla="*/ 84 w 236"/>
                <a:gd name="T3" fmla="*/ 88 h 94"/>
                <a:gd name="T4" fmla="*/ 76 w 236"/>
                <a:gd name="T5" fmla="*/ 88 h 94"/>
                <a:gd name="T6" fmla="*/ 66 w 236"/>
                <a:gd name="T7" fmla="*/ 86 h 94"/>
                <a:gd name="T8" fmla="*/ 60 w 236"/>
                <a:gd name="T9" fmla="*/ 76 h 94"/>
                <a:gd name="T10" fmla="*/ 58 w 236"/>
                <a:gd name="T11" fmla="*/ 76 h 94"/>
                <a:gd name="T12" fmla="*/ 46 w 236"/>
                <a:gd name="T13" fmla="*/ 70 h 94"/>
                <a:gd name="T14" fmla="*/ 40 w 236"/>
                <a:gd name="T15" fmla="*/ 56 h 94"/>
                <a:gd name="T16" fmla="*/ 40 w 236"/>
                <a:gd name="T17" fmla="*/ 52 h 94"/>
                <a:gd name="T18" fmla="*/ 48 w 236"/>
                <a:gd name="T19" fmla="*/ 40 h 94"/>
                <a:gd name="T20" fmla="*/ 20 w 236"/>
                <a:gd name="T21" fmla="*/ 40 h 94"/>
                <a:gd name="T22" fmla="*/ 6 w 236"/>
                <a:gd name="T23" fmla="*/ 34 h 94"/>
                <a:gd name="T24" fmla="*/ 0 w 236"/>
                <a:gd name="T25" fmla="*/ 20 h 94"/>
                <a:gd name="T26" fmla="*/ 2 w 236"/>
                <a:gd name="T27" fmla="*/ 12 h 94"/>
                <a:gd name="T28" fmla="*/ 12 w 236"/>
                <a:gd name="T29" fmla="*/ 0 h 94"/>
                <a:gd name="T30" fmla="*/ 218 w 236"/>
                <a:gd name="T31" fmla="*/ 0 h 94"/>
                <a:gd name="T32" fmla="*/ 224 w 236"/>
                <a:gd name="T33" fmla="*/ 0 h 94"/>
                <a:gd name="T34" fmla="*/ 234 w 236"/>
                <a:gd name="T35" fmla="*/ 12 h 94"/>
                <a:gd name="T36" fmla="*/ 236 w 236"/>
                <a:gd name="T37" fmla="*/ 20 h 94"/>
                <a:gd name="T38" fmla="*/ 230 w 236"/>
                <a:gd name="T39" fmla="*/ 34 h 94"/>
                <a:gd name="T40" fmla="*/ 218 w 236"/>
                <a:gd name="T41" fmla="*/ 40 h 94"/>
                <a:gd name="T42" fmla="*/ 188 w 236"/>
                <a:gd name="T43" fmla="*/ 40 h 94"/>
                <a:gd name="T44" fmla="*/ 196 w 236"/>
                <a:gd name="T45" fmla="*/ 52 h 94"/>
                <a:gd name="T46" fmla="*/ 198 w 236"/>
                <a:gd name="T47" fmla="*/ 56 h 94"/>
                <a:gd name="T48" fmla="*/ 192 w 236"/>
                <a:gd name="T49" fmla="*/ 70 h 94"/>
                <a:gd name="T50" fmla="*/ 178 w 236"/>
                <a:gd name="T51" fmla="*/ 76 h 94"/>
                <a:gd name="T52" fmla="*/ 178 w 236"/>
                <a:gd name="T53" fmla="*/ 76 h 94"/>
                <a:gd name="T54" fmla="*/ 172 w 236"/>
                <a:gd name="T55" fmla="*/ 86 h 94"/>
                <a:gd name="T56" fmla="*/ 160 w 236"/>
                <a:gd name="T57" fmla="*/ 88 h 94"/>
                <a:gd name="T58" fmla="*/ 152 w 236"/>
                <a:gd name="T59" fmla="*/ 94 h 94"/>
                <a:gd name="T60" fmla="*/ 134 w 236"/>
                <a:gd name="T61" fmla="*/ 88 h 94"/>
                <a:gd name="T62" fmla="*/ 104 w 236"/>
                <a:gd name="T63" fmla="*/ 88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36" h="94">
                  <a:moveTo>
                    <a:pt x="104" y="88"/>
                  </a:moveTo>
                  <a:lnTo>
                    <a:pt x="104" y="94"/>
                  </a:lnTo>
                  <a:lnTo>
                    <a:pt x="84" y="94"/>
                  </a:lnTo>
                  <a:lnTo>
                    <a:pt x="84" y="88"/>
                  </a:lnTo>
                  <a:lnTo>
                    <a:pt x="76" y="88"/>
                  </a:lnTo>
                  <a:lnTo>
                    <a:pt x="76" y="88"/>
                  </a:lnTo>
                  <a:lnTo>
                    <a:pt x="70" y="88"/>
                  </a:lnTo>
                  <a:lnTo>
                    <a:pt x="66" y="86"/>
                  </a:lnTo>
                  <a:lnTo>
                    <a:pt x="62" y="82"/>
                  </a:lnTo>
                  <a:lnTo>
                    <a:pt x="60" y="76"/>
                  </a:lnTo>
                  <a:lnTo>
                    <a:pt x="58" y="76"/>
                  </a:lnTo>
                  <a:lnTo>
                    <a:pt x="58" y="76"/>
                  </a:lnTo>
                  <a:lnTo>
                    <a:pt x="52" y="76"/>
                  </a:lnTo>
                  <a:lnTo>
                    <a:pt x="46" y="70"/>
                  </a:lnTo>
                  <a:lnTo>
                    <a:pt x="42" y="64"/>
                  </a:lnTo>
                  <a:lnTo>
                    <a:pt x="40" y="56"/>
                  </a:lnTo>
                  <a:lnTo>
                    <a:pt x="40" y="56"/>
                  </a:lnTo>
                  <a:lnTo>
                    <a:pt x="40" y="52"/>
                  </a:lnTo>
                  <a:lnTo>
                    <a:pt x="42" y="46"/>
                  </a:lnTo>
                  <a:lnTo>
                    <a:pt x="48" y="40"/>
                  </a:lnTo>
                  <a:lnTo>
                    <a:pt x="20" y="40"/>
                  </a:lnTo>
                  <a:lnTo>
                    <a:pt x="20" y="40"/>
                  </a:lnTo>
                  <a:lnTo>
                    <a:pt x="12" y="38"/>
                  </a:lnTo>
                  <a:lnTo>
                    <a:pt x="6" y="34"/>
                  </a:lnTo>
                  <a:lnTo>
                    <a:pt x="2" y="28"/>
                  </a:lnTo>
                  <a:lnTo>
                    <a:pt x="0" y="20"/>
                  </a:lnTo>
                  <a:lnTo>
                    <a:pt x="0" y="20"/>
                  </a:lnTo>
                  <a:lnTo>
                    <a:pt x="2" y="12"/>
                  </a:lnTo>
                  <a:lnTo>
                    <a:pt x="6" y="6"/>
                  </a:lnTo>
                  <a:lnTo>
                    <a:pt x="12" y="0"/>
                  </a:lnTo>
                  <a:lnTo>
                    <a:pt x="20" y="0"/>
                  </a:lnTo>
                  <a:lnTo>
                    <a:pt x="218" y="0"/>
                  </a:lnTo>
                  <a:lnTo>
                    <a:pt x="218" y="0"/>
                  </a:lnTo>
                  <a:lnTo>
                    <a:pt x="224" y="0"/>
                  </a:lnTo>
                  <a:lnTo>
                    <a:pt x="230" y="6"/>
                  </a:lnTo>
                  <a:lnTo>
                    <a:pt x="234" y="12"/>
                  </a:lnTo>
                  <a:lnTo>
                    <a:pt x="236" y="20"/>
                  </a:lnTo>
                  <a:lnTo>
                    <a:pt x="236" y="20"/>
                  </a:lnTo>
                  <a:lnTo>
                    <a:pt x="234" y="28"/>
                  </a:lnTo>
                  <a:lnTo>
                    <a:pt x="230" y="34"/>
                  </a:lnTo>
                  <a:lnTo>
                    <a:pt x="224" y="38"/>
                  </a:lnTo>
                  <a:lnTo>
                    <a:pt x="218" y="40"/>
                  </a:lnTo>
                  <a:lnTo>
                    <a:pt x="188" y="40"/>
                  </a:lnTo>
                  <a:lnTo>
                    <a:pt x="188" y="40"/>
                  </a:lnTo>
                  <a:lnTo>
                    <a:pt x="194" y="46"/>
                  </a:lnTo>
                  <a:lnTo>
                    <a:pt x="196" y="52"/>
                  </a:lnTo>
                  <a:lnTo>
                    <a:pt x="198" y="56"/>
                  </a:lnTo>
                  <a:lnTo>
                    <a:pt x="198" y="56"/>
                  </a:lnTo>
                  <a:lnTo>
                    <a:pt x="196" y="64"/>
                  </a:lnTo>
                  <a:lnTo>
                    <a:pt x="192" y="70"/>
                  </a:lnTo>
                  <a:lnTo>
                    <a:pt x="186" y="76"/>
                  </a:lnTo>
                  <a:lnTo>
                    <a:pt x="178" y="76"/>
                  </a:lnTo>
                  <a:lnTo>
                    <a:pt x="178" y="76"/>
                  </a:lnTo>
                  <a:lnTo>
                    <a:pt x="178" y="76"/>
                  </a:lnTo>
                  <a:lnTo>
                    <a:pt x="174" y="82"/>
                  </a:lnTo>
                  <a:lnTo>
                    <a:pt x="172" y="86"/>
                  </a:lnTo>
                  <a:lnTo>
                    <a:pt x="166" y="88"/>
                  </a:lnTo>
                  <a:lnTo>
                    <a:pt x="160" y="88"/>
                  </a:lnTo>
                  <a:lnTo>
                    <a:pt x="152" y="88"/>
                  </a:lnTo>
                  <a:lnTo>
                    <a:pt x="152" y="94"/>
                  </a:lnTo>
                  <a:lnTo>
                    <a:pt x="134" y="94"/>
                  </a:lnTo>
                  <a:lnTo>
                    <a:pt x="134" y="88"/>
                  </a:lnTo>
                  <a:lnTo>
                    <a:pt x="104" y="88"/>
                  </a:lnTo>
                  <a:lnTo>
                    <a:pt x="104" y="88"/>
                  </a:lnTo>
                </a:path>
              </a:pathLst>
            </a:custGeom>
            <a:solidFill>
              <a:schemeClr val="accent3"/>
            </a:solidFill>
            <a:ln>
              <a:noFill/>
            </a:ln>
          </p:spPr>
          <p:txBody>
            <a:bodyPr vert="horz" wrap="square" lIns="91440" tIns="45721" rIns="91440" bIns="45721"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1" b="0" i="0" u="none" strike="noStrike" kern="1200" cap="none" spc="0" normalizeH="0" baseline="0" noProof="0">
                <a:ln>
                  <a:noFill/>
                </a:ln>
                <a:solidFill>
                  <a:prstClr val="black"/>
                </a:solidFill>
                <a:effectLst/>
                <a:uLnTx/>
                <a:uFillTx/>
                <a:latin typeface="Verdana"/>
                <a:ea typeface="+mn-ea"/>
                <a:cs typeface="+mn-cs"/>
              </a:endParaRPr>
            </a:p>
          </p:txBody>
        </p:sp>
        <p:sp>
          <p:nvSpPr>
            <p:cNvPr id="188" name="Line 351">
              <a:extLst>
                <a:ext uri="{FF2B5EF4-FFF2-40B4-BE49-F238E27FC236}">
                  <a16:creationId xmlns:a16="http://schemas.microsoft.com/office/drawing/2014/main" id="{26732477-8515-45ED-91E1-A6A215373419}"/>
                </a:ext>
              </a:extLst>
            </p:cNvPr>
            <p:cNvSpPr>
              <a:spLocks noChangeShapeType="1"/>
            </p:cNvSpPr>
            <p:nvPr/>
          </p:nvSpPr>
          <p:spPr bwMode="auto">
            <a:xfrm>
              <a:off x="3892419" y="4840445"/>
              <a:ext cx="0" cy="0"/>
            </a:xfrm>
            <a:prstGeom prst="line">
              <a:avLst/>
            </a:pr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1" rIns="91440" bIns="45721"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1" b="0" i="0" u="none" strike="noStrike" kern="1200" cap="none" spc="0" normalizeH="0" baseline="0" noProof="0">
                <a:ln>
                  <a:noFill/>
                </a:ln>
                <a:solidFill>
                  <a:prstClr val="black"/>
                </a:solidFill>
                <a:effectLst/>
                <a:uLnTx/>
                <a:uFillTx/>
                <a:latin typeface="Verdana"/>
                <a:ea typeface="+mn-ea"/>
                <a:cs typeface="+mn-cs"/>
              </a:endParaRPr>
            </a:p>
          </p:txBody>
        </p:sp>
      </p:grpSp>
      <p:grpSp>
        <p:nvGrpSpPr>
          <p:cNvPr id="189" name="Group 188"/>
          <p:cNvGrpSpPr/>
          <p:nvPr/>
        </p:nvGrpSpPr>
        <p:grpSpPr>
          <a:xfrm>
            <a:off x="3801295" y="1872724"/>
            <a:ext cx="273544" cy="231111"/>
            <a:chOff x="3748056" y="1658499"/>
            <a:chExt cx="273544" cy="231111"/>
          </a:xfrm>
        </p:grpSpPr>
        <p:sp>
          <p:nvSpPr>
            <p:cNvPr id="190" name="Freeform 206">
              <a:extLst>
                <a:ext uri="{FF2B5EF4-FFF2-40B4-BE49-F238E27FC236}">
                  <a16:creationId xmlns:a16="http://schemas.microsoft.com/office/drawing/2014/main" id="{ABDE9736-C8A9-4F69-8D5B-AE4C8F464729}"/>
                </a:ext>
              </a:extLst>
            </p:cNvPr>
            <p:cNvSpPr>
              <a:spLocks/>
            </p:cNvSpPr>
            <p:nvPr/>
          </p:nvSpPr>
          <p:spPr bwMode="auto">
            <a:xfrm>
              <a:off x="3748056" y="1658499"/>
              <a:ext cx="214247" cy="231111"/>
            </a:xfrm>
            <a:custGeom>
              <a:avLst/>
              <a:gdLst>
                <a:gd name="T0" fmla="*/ 3 w 80"/>
                <a:gd name="T1" fmla="*/ 68 h 86"/>
                <a:gd name="T2" fmla="*/ 36 w 80"/>
                <a:gd name="T3" fmla="*/ 75 h 86"/>
                <a:gd name="T4" fmla="*/ 80 w 80"/>
                <a:gd name="T5" fmla="*/ 75 h 86"/>
                <a:gd name="T6" fmla="*/ 80 w 80"/>
                <a:gd name="T7" fmla="*/ 72 h 86"/>
                <a:gd name="T8" fmla="*/ 80 w 80"/>
                <a:gd name="T9" fmla="*/ 72 h 86"/>
                <a:gd name="T10" fmla="*/ 80 w 80"/>
                <a:gd name="T11" fmla="*/ 71 h 86"/>
                <a:gd name="T12" fmla="*/ 80 w 80"/>
                <a:gd name="T13" fmla="*/ 69 h 86"/>
                <a:gd name="T14" fmla="*/ 77 w 80"/>
                <a:gd name="T15" fmla="*/ 60 h 86"/>
                <a:gd name="T16" fmla="*/ 77 w 80"/>
                <a:gd name="T17" fmla="*/ 60 h 86"/>
                <a:gd name="T18" fmla="*/ 75 w 80"/>
                <a:gd name="T19" fmla="*/ 56 h 86"/>
                <a:gd name="T20" fmla="*/ 70 w 80"/>
                <a:gd name="T21" fmla="*/ 53 h 86"/>
                <a:gd name="T22" fmla="*/ 51 w 80"/>
                <a:gd name="T23" fmla="*/ 43 h 86"/>
                <a:gd name="T24" fmla="*/ 60 w 80"/>
                <a:gd name="T25" fmla="*/ 24 h 86"/>
                <a:gd name="T26" fmla="*/ 41 w 80"/>
                <a:gd name="T27" fmla="*/ 0 h 86"/>
                <a:gd name="T28" fmla="*/ 41 w 80"/>
                <a:gd name="T29" fmla="*/ 0 h 86"/>
                <a:gd name="T30" fmla="*/ 22 w 80"/>
                <a:gd name="T31" fmla="*/ 24 h 86"/>
                <a:gd name="T32" fmla="*/ 32 w 80"/>
                <a:gd name="T33" fmla="*/ 43 h 86"/>
                <a:gd name="T34" fmla="*/ 12 w 80"/>
                <a:gd name="T35" fmla="*/ 53 h 86"/>
                <a:gd name="T36" fmla="*/ 8 w 80"/>
                <a:gd name="T37" fmla="*/ 56 h 86"/>
                <a:gd name="T38" fmla="*/ 5 w 80"/>
                <a:gd name="T39" fmla="*/ 60 h 86"/>
                <a:gd name="T40" fmla="*/ 5 w 80"/>
                <a:gd name="T41" fmla="*/ 60 h 86"/>
                <a:gd name="T42" fmla="*/ 5 w 80"/>
                <a:gd name="T43" fmla="*/ 61 h 86"/>
                <a:gd name="T44" fmla="*/ 3 w 80"/>
                <a:gd name="T45" fmla="*/ 68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80" h="86">
                  <a:moveTo>
                    <a:pt x="3" y="68"/>
                  </a:moveTo>
                  <a:cubicBezTo>
                    <a:pt x="3" y="68"/>
                    <a:pt x="0" y="86"/>
                    <a:pt x="36" y="75"/>
                  </a:cubicBezTo>
                  <a:cubicBezTo>
                    <a:pt x="68" y="64"/>
                    <a:pt x="80" y="75"/>
                    <a:pt x="80" y="75"/>
                  </a:cubicBezTo>
                  <a:cubicBezTo>
                    <a:pt x="80" y="72"/>
                    <a:pt x="80" y="72"/>
                    <a:pt x="80" y="72"/>
                  </a:cubicBezTo>
                  <a:cubicBezTo>
                    <a:pt x="80" y="72"/>
                    <a:pt x="80" y="72"/>
                    <a:pt x="80" y="72"/>
                  </a:cubicBezTo>
                  <a:cubicBezTo>
                    <a:pt x="80" y="72"/>
                    <a:pt x="80" y="71"/>
                    <a:pt x="80" y="71"/>
                  </a:cubicBezTo>
                  <a:cubicBezTo>
                    <a:pt x="80" y="70"/>
                    <a:pt x="80" y="69"/>
                    <a:pt x="80" y="69"/>
                  </a:cubicBezTo>
                  <a:cubicBezTo>
                    <a:pt x="79" y="66"/>
                    <a:pt x="78" y="63"/>
                    <a:pt x="77" y="60"/>
                  </a:cubicBezTo>
                  <a:cubicBezTo>
                    <a:pt x="77" y="60"/>
                    <a:pt x="77" y="60"/>
                    <a:pt x="77" y="60"/>
                  </a:cubicBezTo>
                  <a:cubicBezTo>
                    <a:pt x="76" y="59"/>
                    <a:pt x="75" y="57"/>
                    <a:pt x="75" y="56"/>
                  </a:cubicBezTo>
                  <a:cubicBezTo>
                    <a:pt x="73" y="55"/>
                    <a:pt x="72" y="53"/>
                    <a:pt x="70" y="53"/>
                  </a:cubicBezTo>
                  <a:cubicBezTo>
                    <a:pt x="65" y="50"/>
                    <a:pt x="57" y="47"/>
                    <a:pt x="51" y="43"/>
                  </a:cubicBezTo>
                  <a:cubicBezTo>
                    <a:pt x="56" y="39"/>
                    <a:pt x="60" y="32"/>
                    <a:pt x="60" y="24"/>
                  </a:cubicBezTo>
                  <a:cubicBezTo>
                    <a:pt x="60" y="11"/>
                    <a:pt x="51" y="0"/>
                    <a:pt x="41" y="0"/>
                  </a:cubicBezTo>
                  <a:cubicBezTo>
                    <a:pt x="41" y="0"/>
                    <a:pt x="41" y="0"/>
                    <a:pt x="41" y="0"/>
                  </a:cubicBezTo>
                  <a:cubicBezTo>
                    <a:pt x="31" y="0"/>
                    <a:pt x="22" y="11"/>
                    <a:pt x="22" y="24"/>
                  </a:cubicBezTo>
                  <a:cubicBezTo>
                    <a:pt x="22" y="32"/>
                    <a:pt x="26" y="39"/>
                    <a:pt x="32" y="43"/>
                  </a:cubicBezTo>
                  <a:cubicBezTo>
                    <a:pt x="25" y="47"/>
                    <a:pt x="17" y="50"/>
                    <a:pt x="12" y="53"/>
                  </a:cubicBezTo>
                  <a:cubicBezTo>
                    <a:pt x="10" y="53"/>
                    <a:pt x="9" y="55"/>
                    <a:pt x="8" y="56"/>
                  </a:cubicBezTo>
                  <a:cubicBezTo>
                    <a:pt x="7" y="58"/>
                    <a:pt x="6" y="59"/>
                    <a:pt x="5" y="60"/>
                  </a:cubicBezTo>
                  <a:cubicBezTo>
                    <a:pt x="5" y="60"/>
                    <a:pt x="5" y="60"/>
                    <a:pt x="5" y="60"/>
                  </a:cubicBezTo>
                  <a:cubicBezTo>
                    <a:pt x="5" y="60"/>
                    <a:pt x="5" y="60"/>
                    <a:pt x="5" y="61"/>
                  </a:cubicBezTo>
                  <a:cubicBezTo>
                    <a:pt x="4" y="63"/>
                    <a:pt x="3" y="65"/>
                    <a:pt x="3" y="68"/>
                  </a:cubicBezTo>
                  <a:close/>
                </a:path>
              </a:pathLst>
            </a:custGeom>
            <a:solidFill>
              <a:schemeClr val="bg1"/>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Verdana"/>
                <a:ea typeface="+mn-ea"/>
                <a:cs typeface="+mn-cs"/>
              </a:endParaRPr>
            </a:p>
          </p:txBody>
        </p:sp>
        <p:sp>
          <p:nvSpPr>
            <p:cNvPr id="191" name="Freeform 450">
              <a:extLst>
                <a:ext uri="{FF2B5EF4-FFF2-40B4-BE49-F238E27FC236}">
                  <a16:creationId xmlns:a16="http://schemas.microsoft.com/office/drawing/2014/main" id="{2640F1E2-401B-42F5-8168-063F5B4F739B}"/>
                </a:ext>
              </a:extLst>
            </p:cNvPr>
            <p:cNvSpPr>
              <a:spLocks/>
            </p:cNvSpPr>
            <p:nvPr/>
          </p:nvSpPr>
          <p:spPr bwMode="auto">
            <a:xfrm>
              <a:off x="3867208" y="1740166"/>
              <a:ext cx="126226" cy="149281"/>
            </a:xfrm>
            <a:custGeom>
              <a:avLst/>
              <a:gdLst>
                <a:gd name="T0" fmla="*/ 115 w 137"/>
                <a:gd name="T1" fmla="*/ 0 h 162"/>
                <a:gd name="T2" fmla="*/ 68 w 137"/>
                <a:gd name="T3" fmla="*/ 0 h 162"/>
                <a:gd name="T4" fmla="*/ 22 w 137"/>
                <a:gd name="T5" fmla="*/ 0 h 162"/>
                <a:gd name="T6" fmla="*/ 0 w 137"/>
                <a:gd name="T7" fmla="*/ 23 h 162"/>
                <a:gd name="T8" fmla="*/ 0 w 137"/>
                <a:gd name="T9" fmla="*/ 139 h 162"/>
                <a:gd name="T10" fmla="*/ 32 w 137"/>
                <a:gd name="T11" fmla="*/ 162 h 162"/>
                <a:gd name="T12" fmla="*/ 68 w 137"/>
                <a:gd name="T13" fmla="*/ 162 h 162"/>
                <a:gd name="T14" fmla="*/ 80 w 137"/>
                <a:gd name="T15" fmla="*/ 162 h 162"/>
                <a:gd name="T16" fmla="*/ 137 w 137"/>
                <a:gd name="T17" fmla="*/ 111 h 162"/>
                <a:gd name="T18" fmla="*/ 137 w 137"/>
                <a:gd name="T19" fmla="*/ 23 h 162"/>
                <a:gd name="T20" fmla="*/ 115 w 137"/>
                <a:gd name="T21" fmla="*/ 0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7" h="162">
                  <a:moveTo>
                    <a:pt x="115" y="0"/>
                  </a:moveTo>
                  <a:cubicBezTo>
                    <a:pt x="108" y="0"/>
                    <a:pt x="88" y="0"/>
                    <a:pt x="68" y="0"/>
                  </a:cubicBezTo>
                  <a:cubicBezTo>
                    <a:pt x="49" y="0"/>
                    <a:pt x="29" y="0"/>
                    <a:pt x="22" y="0"/>
                  </a:cubicBezTo>
                  <a:cubicBezTo>
                    <a:pt x="10" y="0"/>
                    <a:pt x="0" y="13"/>
                    <a:pt x="0" y="23"/>
                  </a:cubicBezTo>
                  <a:cubicBezTo>
                    <a:pt x="0" y="139"/>
                    <a:pt x="0" y="139"/>
                    <a:pt x="0" y="139"/>
                  </a:cubicBezTo>
                  <a:cubicBezTo>
                    <a:pt x="0" y="152"/>
                    <a:pt x="14" y="162"/>
                    <a:pt x="32" y="162"/>
                  </a:cubicBezTo>
                  <a:cubicBezTo>
                    <a:pt x="68" y="162"/>
                    <a:pt x="68" y="162"/>
                    <a:pt x="68" y="162"/>
                  </a:cubicBezTo>
                  <a:cubicBezTo>
                    <a:pt x="80" y="162"/>
                    <a:pt x="80" y="162"/>
                    <a:pt x="80" y="162"/>
                  </a:cubicBezTo>
                  <a:cubicBezTo>
                    <a:pt x="137" y="111"/>
                    <a:pt x="137" y="111"/>
                    <a:pt x="137" y="111"/>
                  </a:cubicBezTo>
                  <a:cubicBezTo>
                    <a:pt x="137" y="23"/>
                    <a:pt x="137" y="23"/>
                    <a:pt x="137" y="23"/>
                  </a:cubicBezTo>
                  <a:cubicBezTo>
                    <a:pt x="137" y="13"/>
                    <a:pt x="128" y="0"/>
                    <a:pt x="115" y="0"/>
                  </a:cubicBezTo>
                  <a:close/>
                </a:path>
              </a:pathLst>
            </a:custGeom>
            <a:solidFill>
              <a:srgbClr val="CDF0FB"/>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Verdana"/>
                <a:ea typeface="+mn-ea"/>
                <a:cs typeface="+mn-cs"/>
              </a:endParaRPr>
            </a:p>
          </p:txBody>
        </p:sp>
        <p:sp>
          <p:nvSpPr>
            <p:cNvPr id="192" name="Rectangle 451">
              <a:extLst>
                <a:ext uri="{FF2B5EF4-FFF2-40B4-BE49-F238E27FC236}">
                  <a16:creationId xmlns:a16="http://schemas.microsoft.com/office/drawing/2014/main" id="{73475C6C-1F6C-4BCC-AABD-565F75A452E3}"/>
                </a:ext>
              </a:extLst>
            </p:cNvPr>
            <p:cNvSpPr>
              <a:spLocks noChangeArrowheads="1"/>
            </p:cNvSpPr>
            <p:nvPr/>
          </p:nvSpPr>
          <p:spPr bwMode="auto">
            <a:xfrm>
              <a:off x="3891416" y="1839879"/>
              <a:ext cx="24784" cy="11528"/>
            </a:xfrm>
            <a:prstGeom prst="rect">
              <a:avLst/>
            </a:prstGeom>
            <a:solidFill>
              <a:schemeClr val="tx1">
                <a:lumMod val="65000"/>
                <a:lumOff val="35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Verdana"/>
                <a:ea typeface="+mn-ea"/>
                <a:cs typeface="+mn-cs"/>
              </a:endParaRPr>
            </a:p>
          </p:txBody>
        </p:sp>
        <p:sp>
          <p:nvSpPr>
            <p:cNvPr id="193" name="Freeform 452">
              <a:extLst>
                <a:ext uri="{FF2B5EF4-FFF2-40B4-BE49-F238E27FC236}">
                  <a16:creationId xmlns:a16="http://schemas.microsoft.com/office/drawing/2014/main" id="{A374734F-4DFF-492E-B99F-D277AF35DD27}"/>
                </a:ext>
              </a:extLst>
            </p:cNvPr>
            <p:cNvSpPr>
              <a:spLocks/>
            </p:cNvSpPr>
            <p:nvPr/>
          </p:nvSpPr>
          <p:spPr bwMode="auto">
            <a:xfrm>
              <a:off x="3940984" y="1842184"/>
              <a:ext cx="52450" cy="47263"/>
            </a:xfrm>
            <a:custGeom>
              <a:avLst/>
              <a:gdLst>
                <a:gd name="T0" fmla="*/ 9 w 57"/>
                <a:gd name="T1" fmla="*/ 6 h 51"/>
                <a:gd name="T2" fmla="*/ 0 w 57"/>
                <a:gd name="T3" fmla="*/ 21 h 51"/>
                <a:gd name="T4" fmla="*/ 0 w 57"/>
                <a:gd name="T5" fmla="*/ 51 h 51"/>
                <a:gd name="T6" fmla="*/ 57 w 57"/>
                <a:gd name="T7" fmla="*/ 0 h 51"/>
                <a:gd name="T8" fmla="*/ 30 w 57"/>
                <a:gd name="T9" fmla="*/ 0 h 51"/>
                <a:gd name="T10" fmla="*/ 9 w 57"/>
                <a:gd name="T11" fmla="*/ 6 h 51"/>
              </a:gdLst>
              <a:ahLst/>
              <a:cxnLst>
                <a:cxn ang="0">
                  <a:pos x="T0" y="T1"/>
                </a:cxn>
                <a:cxn ang="0">
                  <a:pos x="T2" y="T3"/>
                </a:cxn>
                <a:cxn ang="0">
                  <a:pos x="T4" y="T5"/>
                </a:cxn>
                <a:cxn ang="0">
                  <a:pos x="T6" y="T7"/>
                </a:cxn>
                <a:cxn ang="0">
                  <a:pos x="T8" y="T9"/>
                </a:cxn>
                <a:cxn ang="0">
                  <a:pos x="T10" y="T11"/>
                </a:cxn>
              </a:cxnLst>
              <a:rect l="0" t="0" r="r" b="b"/>
              <a:pathLst>
                <a:path w="57" h="51">
                  <a:moveTo>
                    <a:pt x="9" y="6"/>
                  </a:moveTo>
                  <a:cubicBezTo>
                    <a:pt x="3" y="10"/>
                    <a:pt x="0" y="15"/>
                    <a:pt x="0" y="21"/>
                  </a:cubicBezTo>
                  <a:cubicBezTo>
                    <a:pt x="0" y="51"/>
                    <a:pt x="0" y="51"/>
                    <a:pt x="0" y="51"/>
                  </a:cubicBezTo>
                  <a:cubicBezTo>
                    <a:pt x="57" y="0"/>
                    <a:pt x="57" y="0"/>
                    <a:pt x="57" y="0"/>
                  </a:cubicBezTo>
                  <a:cubicBezTo>
                    <a:pt x="30" y="0"/>
                    <a:pt x="30" y="0"/>
                    <a:pt x="30" y="0"/>
                  </a:cubicBezTo>
                  <a:cubicBezTo>
                    <a:pt x="22" y="0"/>
                    <a:pt x="14" y="2"/>
                    <a:pt x="9" y="6"/>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Verdana"/>
                <a:ea typeface="+mn-ea"/>
                <a:cs typeface="+mn-cs"/>
              </a:endParaRPr>
            </a:p>
          </p:txBody>
        </p:sp>
        <p:sp>
          <p:nvSpPr>
            <p:cNvPr id="194" name="Freeform: Shape 543">
              <a:extLst>
                <a:ext uri="{FF2B5EF4-FFF2-40B4-BE49-F238E27FC236}">
                  <a16:creationId xmlns:a16="http://schemas.microsoft.com/office/drawing/2014/main" id="{ACD3A93C-178E-42D3-8929-CA3C0FE7891F}"/>
                </a:ext>
              </a:extLst>
            </p:cNvPr>
            <p:cNvSpPr>
              <a:spLocks noChangeArrowheads="1"/>
            </p:cNvSpPr>
            <p:nvPr/>
          </p:nvSpPr>
          <p:spPr bwMode="auto">
            <a:xfrm>
              <a:off x="3891416" y="1815095"/>
              <a:ext cx="83574" cy="11528"/>
            </a:xfrm>
            <a:custGeom>
              <a:avLst/>
              <a:gdLst>
                <a:gd name="connsiteX0" fmla="*/ 0 w 174395"/>
                <a:gd name="connsiteY0" fmla="*/ 0 h 24055"/>
                <a:gd name="connsiteX1" fmla="*/ 80582 w 174395"/>
                <a:gd name="connsiteY1" fmla="*/ 0 h 24055"/>
                <a:gd name="connsiteX2" fmla="*/ 80583 w 174395"/>
                <a:gd name="connsiteY2" fmla="*/ 0 h 24055"/>
                <a:gd name="connsiteX3" fmla="*/ 174395 w 174395"/>
                <a:gd name="connsiteY3" fmla="*/ 0 h 24055"/>
                <a:gd name="connsiteX4" fmla="*/ 174395 w 174395"/>
                <a:gd name="connsiteY4" fmla="*/ 24055 h 24055"/>
                <a:gd name="connsiteX5" fmla="*/ 80583 w 174395"/>
                <a:gd name="connsiteY5" fmla="*/ 24055 h 24055"/>
                <a:gd name="connsiteX6" fmla="*/ 80582 w 174395"/>
                <a:gd name="connsiteY6" fmla="*/ 24055 h 24055"/>
                <a:gd name="connsiteX7" fmla="*/ 0 w 174395"/>
                <a:gd name="connsiteY7" fmla="*/ 24055 h 240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4395" h="24055">
                  <a:moveTo>
                    <a:pt x="0" y="0"/>
                  </a:moveTo>
                  <a:lnTo>
                    <a:pt x="80582" y="0"/>
                  </a:lnTo>
                  <a:lnTo>
                    <a:pt x="80583" y="0"/>
                  </a:lnTo>
                  <a:lnTo>
                    <a:pt x="174395" y="0"/>
                  </a:lnTo>
                  <a:lnTo>
                    <a:pt x="174395" y="24055"/>
                  </a:lnTo>
                  <a:lnTo>
                    <a:pt x="80583" y="24055"/>
                  </a:lnTo>
                  <a:lnTo>
                    <a:pt x="80582" y="24055"/>
                  </a:lnTo>
                  <a:lnTo>
                    <a:pt x="0" y="24055"/>
                  </a:lnTo>
                  <a:close/>
                </a:path>
              </a:pathLst>
            </a:custGeom>
            <a:solidFill>
              <a:schemeClr val="tx1">
                <a:lumMod val="65000"/>
                <a:lumOff val="35000"/>
              </a:schemeClr>
            </a:solidFill>
            <a:ln>
              <a:noFill/>
            </a:ln>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Verdana"/>
                <a:ea typeface="+mn-ea"/>
                <a:cs typeface="+mn-cs"/>
              </a:endParaRPr>
            </a:p>
          </p:txBody>
        </p:sp>
        <p:sp>
          <p:nvSpPr>
            <p:cNvPr id="195" name="Freeform: Shape 541">
              <a:extLst>
                <a:ext uri="{FF2B5EF4-FFF2-40B4-BE49-F238E27FC236}">
                  <a16:creationId xmlns:a16="http://schemas.microsoft.com/office/drawing/2014/main" id="{C5370DC4-FA00-43C9-8D5F-A9E83783A0F5}"/>
                </a:ext>
              </a:extLst>
            </p:cNvPr>
            <p:cNvSpPr>
              <a:spLocks noChangeArrowheads="1"/>
            </p:cNvSpPr>
            <p:nvPr/>
          </p:nvSpPr>
          <p:spPr bwMode="auto">
            <a:xfrm>
              <a:off x="3891416" y="1789158"/>
              <a:ext cx="83574" cy="12104"/>
            </a:xfrm>
            <a:custGeom>
              <a:avLst/>
              <a:gdLst>
                <a:gd name="connsiteX0" fmla="*/ 0 w 174395"/>
                <a:gd name="connsiteY0" fmla="*/ 0 h 25258"/>
                <a:gd name="connsiteX1" fmla="*/ 80582 w 174395"/>
                <a:gd name="connsiteY1" fmla="*/ 0 h 25258"/>
                <a:gd name="connsiteX2" fmla="*/ 80583 w 174395"/>
                <a:gd name="connsiteY2" fmla="*/ 0 h 25258"/>
                <a:gd name="connsiteX3" fmla="*/ 174395 w 174395"/>
                <a:gd name="connsiteY3" fmla="*/ 0 h 25258"/>
                <a:gd name="connsiteX4" fmla="*/ 174395 w 174395"/>
                <a:gd name="connsiteY4" fmla="*/ 25258 h 25258"/>
                <a:gd name="connsiteX5" fmla="*/ 80583 w 174395"/>
                <a:gd name="connsiteY5" fmla="*/ 25258 h 25258"/>
                <a:gd name="connsiteX6" fmla="*/ 80582 w 174395"/>
                <a:gd name="connsiteY6" fmla="*/ 25258 h 25258"/>
                <a:gd name="connsiteX7" fmla="*/ 0 w 174395"/>
                <a:gd name="connsiteY7" fmla="*/ 25258 h 25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4395" h="25258">
                  <a:moveTo>
                    <a:pt x="0" y="0"/>
                  </a:moveTo>
                  <a:lnTo>
                    <a:pt x="80582" y="0"/>
                  </a:lnTo>
                  <a:lnTo>
                    <a:pt x="80583" y="0"/>
                  </a:lnTo>
                  <a:lnTo>
                    <a:pt x="174395" y="0"/>
                  </a:lnTo>
                  <a:lnTo>
                    <a:pt x="174395" y="25258"/>
                  </a:lnTo>
                  <a:lnTo>
                    <a:pt x="80583" y="25258"/>
                  </a:lnTo>
                  <a:lnTo>
                    <a:pt x="80582" y="25258"/>
                  </a:lnTo>
                  <a:lnTo>
                    <a:pt x="0" y="25258"/>
                  </a:lnTo>
                  <a:close/>
                </a:path>
              </a:pathLst>
            </a:custGeom>
            <a:solidFill>
              <a:schemeClr val="tx1">
                <a:lumMod val="65000"/>
                <a:lumOff val="35000"/>
              </a:schemeClr>
            </a:solidFill>
            <a:ln>
              <a:noFill/>
            </a:ln>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Verdana"/>
                <a:ea typeface="+mn-ea"/>
                <a:cs typeface="+mn-cs"/>
              </a:endParaRPr>
            </a:p>
          </p:txBody>
        </p:sp>
        <p:sp>
          <p:nvSpPr>
            <p:cNvPr id="196" name="Freeform 457">
              <a:extLst>
                <a:ext uri="{FF2B5EF4-FFF2-40B4-BE49-F238E27FC236}">
                  <a16:creationId xmlns:a16="http://schemas.microsoft.com/office/drawing/2014/main" id="{0392B407-B8D0-415A-B444-B62723950E70}"/>
                </a:ext>
              </a:extLst>
            </p:cNvPr>
            <p:cNvSpPr>
              <a:spLocks/>
            </p:cNvSpPr>
            <p:nvPr/>
          </p:nvSpPr>
          <p:spPr bwMode="auto">
            <a:xfrm>
              <a:off x="3891416" y="1764374"/>
              <a:ext cx="83574" cy="11528"/>
            </a:xfrm>
            <a:custGeom>
              <a:avLst/>
              <a:gdLst>
                <a:gd name="T0" fmla="*/ 67 w 145"/>
                <a:gd name="T1" fmla="*/ 0 h 20"/>
                <a:gd name="T2" fmla="*/ 0 w 145"/>
                <a:gd name="T3" fmla="*/ 0 h 20"/>
                <a:gd name="T4" fmla="*/ 0 w 145"/>
                <a:gd name="T5" fmla="*/ 20 h 20"/>
                <a:gd name="T6" fmla="*/ 67 w 145"/>
                <a:gd name="T7" fmla="*/ 20 h 20"/>
                <a:gd name="T8" fmla="*/ 145 w 145"/>
                <a:gd name="T9" fmla="*/ 20 h 20"/>
                <a:gd name="T10" fmla="*/ 145 w 145"/>
                <a:gd name="T11" fmla="*/ 0 h 20"/>
                <a:gd name="T12" fmla="*/ 67 w 145"/>
                <a:gd name="T13" fmla="*/ 0 h 20"/>
              </a:gdLst>
              <a:ahLst/>
              <a:cxnLst>
                <a:cxn ang="0">
                  <a:pos x="T0" y="T1"/>
                </a:cxn>
                <a:cxn ang="0">
                  <a:pos x="T2" y="T3"/>
                </a:cxn>
                <a:cxn ang="0">
                  <a:pos x="T4" y="T5"/>
                </a:cxn>
                <a:cxn ang="0">
                  <a:pos x="T6" y="T7"/>
                </a:cxn>
                <a:cxn ang="0">
                  <a:pos x="T8" y="T9"/>
                </a:cxn>
                <a:cxn ang="0">
                  <a:pos x="T10" y="T11"/>
                </a:cxn>
                <a:cxn ang="0">
                  <a:pos x="T12" y="T13"/>
                </a:cxn>
              </a:cxnLst>
              <a:rect l="0" t="0" r="r" b="b"/>
              <a:pathLst>
                <a:path w="145" h="20">
                  <a:moveTo>
                    <a:pt x="67" y="0"/>
                  </a:moveTo>
                  <a:lnTo>
                    <a:pt x="0" y="0"/>
                  </a:lnTo>
                  <a:lnTo>
                    <a:pt x="0" y="20"/>
                  </a:lnTo>
                  <a:lnTo>
                    <a:pt x="67" y="20"/>
                  </a:lnTo>
                  <a:lnTo>
                    <a:pt x="145" y="20"/>
                  </a:lnTo>
                  <a:lnTo>
                    <a:pt x="145" y="0"/>
                  </a:lnTo>
                  <a:lnTo>
                    <a:pt x="67" y="0"/>
                  </a:lnTo>
                  <a:close/>
                </a:path>
              </a:pathLst>
            </a:custGeom>
            <a:solidFill>
              <a:schemeClr val="tx1">
                <a:lumMod val="65000"/>
                <a:lumOff val="35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Verdana"/>
                <a:ea typeface="+mn-ea"/>
                <a:cs typeface="+mn-cs"/>
              </a:endParaRPr>
            </a:p>
          </p:txBody>
        </p:sp>
        <p:sp>
          <p:nvSpPr>
            <p:cNvPr id="197" name="Freeform 5">
              <a:extLst>
                <a:ext uri="{FF2B5EF4-FFF2-40B4-BE49-F238E27FC236}">
                  <a16:creationId xmlns:a16="http://schemas.microsoft.com/office/drawing/2014/main" id="{72E9CEBA-FA1D-4DE9-8382-887150C8A79F}"/>
                </a:ext>
              </a:extLst>
            </p:cNvPr>
            <p:cNvSpPr>
              <a:spLocks/>
            </p:cNvSpPr>
            <p:nvPr/>
          </p:nvSpPr>
          <p:spPr bwMode="auto">
            <a:xfrm>
              <a:off x="3941354" y="1744122"/>
              <a:ext cx="80246" cy="104277"/>
            </a:xfrm>
            <a:custGeom>
              <a:avLst/>
              <a:gdLst>
                <a:gd name="T0" fmla="*/ 238 w 1035"/>
                <a:gd name="T1" fmla="*/ 1194 h 1355"/>
                <a:gd name="T2" fmla="*/ 152 w 1035"/>
                <a:gd name="T3" fmla="*/ 1270 h 1355"/>
                <a:gd name="T4" fmla="*/ 0 w 1035"/>
                <a:gd name="T5" fmla="*/ 1355 h 1355"/>
                <a:gd name="T6" fmla="*/ 37 w 1035"/>
                <a:gd name="T7" fmla="*/ 1181 h 1355"/>
                <a:gd name="T8" fmla="*/ 79 w 1035"/>
                <a:gd name="T9" fmla="*/ 1093 h 1355"/>
                <a:gd name="T10" fmla="*/ 864 w 1035"/>
                <a:gd name="T11" fmla="*/ 24 h 1355"/>
                <a:gd name="T12" fmla="*/ 914 w 1035"/>
                <a:gd name="T13" fmla="*/ 17 h 1355"/>
                <a:gd name="T14" fmla="*/ 1019 w 1035"/>
                <a:gd name="T15" fmla="*/ 93 h 1355"/>
                <a:gd name="T16" fmla="*/ 1024 w 1035"/>
                <a:gd name="T17" fmla="*/ 124 h 1355"/>
                <a:gd name="T18" fmla="*/ 238 w 1035"/>
                <a:gd name="T19" fmla="*/ 1194 h 13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35" h="1355">
                  <a:moveTo>
                    <a:pt x="238" y="1194"/>
                  </a:moveTo>
                  <a:cubicBezTo>
                    <a:pt x="215" y="1227"/>
                    <a:pt x="187" y="1253"/>
                    <a:pt x="152" y="1270"/>
                  </a:cubicBezTo>
                  <a:cubicBezTo>
                    <a:pt x="102" y="1296"/>
                    <a:pt x="54" y="1324"/>
                    <a:pt x="0" y="1355"/>
                  </a:cubicBezTo>
                  <a:cubicBezTo>
                    <a:pt x="14" y="1293"/>
                    <a:pt x="27" y="1238"/>
                    <a:pt x="37" y="1181"/>
                  </a:cubicBezTo>
                  <a:cubicBezTo>
                    <a:pt x="44" y="1148"/>
                    <a:pt x="58" y="1120"/>
                    <a:pt x="79" y="1093"/>
                  </a:cubicBezTo>
                  <a:cubicBezTo>
                    <a:pt x="340" y="737"/>
                    <a:pt x="602" y="381"/>
                    <a:pt x="864" y="24"/>
                  </a:cubicBezTo>
                  <a:cubicBezTo>
                    <a:pt x="881" y="0"/>
                    <a:pt x="892" y="0"/>
                    <a:pt x="914" y="17"/>
                  </a:cubicBezTo>
                  <a:cubicBezTo>
                    <a:pt x="947" y="44"/>
                    <a:pt x="984" y="69"/>
                    <a:pt x="1019" y="93"/>
                  </a:cubicBezTo>
                  <a:cubicBezTo>
                    <a:pt x="1033" y="101"/>
                    <a:pt x="1035" y="108"/>
                    <a:pt x="1024" y="124"/>
                  </a:cubicBezTo>
                  <a:cubicBezTo>
                    <a:pt x="830" y="386"/>
                    <a:pt x="238" y="1194"/>
                    <a:pt x="238" y="1194"/>
                  </a:cubicBezTo>
                  <a:close/>
                </a:path>
              </a:pathLst>
            </a:custGeom>
            <a:solidFill>
              <a:schemeClr val="bg2">
                <a:lumMod val="25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Verdana"/>
                <a:ea typeface="+mn-ea"/>
                <a:cs typeface="+mn-cs"/>
              </a:endParaRPr>
            </a:p>
          </p:txBody>
        </p:sp>
      </p:grpSp>
      <p:grpSp>
        <p:nvGrpSpPr>
          <p:cNvPr id="198" name="Group 197">
            <a:extLst>
              <a:ext uri="{FF2B5EF4-FFF2-40B4-BE49-F238E27FC236}">
                <a16:creationId xmlns:a16="http://schemas.microsoft.com/office/drawing/2014/main" id="{53AFA36D-7073-4409-8668-57B8C8889EAD}"/>
              </a:ext>
            </a:extLst>
          </p:cNvPr>
          <p:cNvGrpSpPr/>
          <p:nvPr/>
        </p:nvGrpSpPr>
        <p:grpSpPr>
          <a:xfrm>
            <a:off x="7328590" y="4984291"/>
            <a:ext cx="262589" cy="281174"/>
            <a:chOff x="13084176" y="5767388"/>
            <a:chExt cx="1390650" cy="1489076"/>
          </a:xfrm>
        </p:grpSpPr>
        <p:sp>
          <p:nvSpPr>
            <p:cNvPr id="199" name="Freeform 157">
              <a:extLst>
                <a:ext uri="{FF2B5EF4-FFF2-40B4-BE49-F238E27FC236}">
                  <a16:creationId xmlns:a16="http://schemas.microsoft.com/office/drawing/2014/main" id="{147C1AF4-2610-441B-A040-89421D22CCD2}"/>
                </a:ext>
              </a:extLst>
            </p:cNvPr>
            <p:cNvSpPr>
              <a:spLocks/>
            </p:cNvSpPr>
            <p:nvPr/>
          </p:nvSpPr>
          <p:spPr bwMode="auto">
            <a:xfrm>
              <a:off x="13765213" y="5999163"/>
              <a:ext cx="709613" cy="777875"/>
            </a:xfrm>
            <a:custGeom>
              <a:avLst/>
              <a:gdLst>
                <a:gd name="T0" fmla="*/ 808 w 894"/>
                <a:gd name="T1" fmla="*/ 398 h 980"/>
                <a:gd name="T2" fmla="*/ 774 w 894"/>
                <a:gd name="T3" fmla="*/ 306 h 980"/>
                <a:gd name="T4" fmla="*/ 809 w 894"/>
                <a:gd name="T5" fmla="*/ 227 h 980"/>
                <a:gd name="T6" fmla="*/ 816 w 894"/>
                <a:gd name="T7" fmla="*/ 209 h 980"/>
                <a:gd name="T8" fmla="*/ 706 w 894"/>
                <a:gd name="T9" fmla="*/ 88 h 980"/>
                <a:gd name="T10" fmla="*/ 688 w 894"/>
                <a:gd name="T11" fmla="*/ 81 h 980"/>
                <a:gd name="T12" fmla="*/ 672 w 894"/>
                <a:gd name="T13" fmla="*/ 88 h 980"/>
                <a:gd name="T14" fmla="*/ 593 w 894"/>
                <a:gd name="T15" fmla="*/ 123 h 980"/>
                <a:gd name="T16" fmla="*/ 500 w 894"/>
                <a:gd name="T17" fmla="*/ 88 h 980"/>
                <a:gd name="T18" fmla="*/ 498 w 894"/>
                <a:gd name="T19" fmla="*/ 16 h 980"/>
                <a:gd name="T20" fmla="*/ 477 w 894"/>
                <a:gd name="T21" fmla="*/ 0 h 980"/>
                <a:gd name="T22" fmla="*/ 320 w 894"/>
                <a:gd name="T23" fmla="*/ 4 h 980"/>
                <a:gd name="T24" fmla="*/ 306 w 894"/>
                <a:gd name="T25" fmla="*/ 25 h 980"/>
                <a:gd name="T26" fmla="*/ 275 w 894"/>
                <a:gd name="T27" fmla="*/ 97 h 980"/>
                <a:gd name="T28" fmla="*/ 188 w 894"/>
                <a:gd name="T29" fmla="*/ 136 h 980"/>
                <a:gd name="T30" fmla="*/ 134 w 894"/>
                <a:gd name="T31" fmla="*/ 83 h 980"/>
                <a:gd name="T32" fmla="*/ 114 w 894"/>
                <a:gd name="T33" fmla="*/ 83 h 980"/>
                <a:gd name="T34" fmla="*/ 4 w 894"/>
                <a:gd name="T35" fmla="*/ 194 h 980"/>
                <a:gd name="T36" fmla="*/ 32 w 894"/>
                <a:gd name="T37" fmla="*/ 209 h 980"/>
                <a:gd name="T38" fmla="*/ 125 w 894"/>
                <a:gd name="T39" fmla="*/ 259 h 980"/>
                <a:gd name="T40" fmla="*/ 208 w 894"/>
                <a:gd name="T41" fmla="*/ 322 h 980"/>
                <a:gd name="T42" fmla="*/ 248 w 894"/>
                <a:gd name="T43" fmla="*/ 329 h 980"/>
                <a:gd name="T44" fmla="*/ 308 w 894"/>
                <a:gd name="T45" fmla="*/ 289 h 980"/>
                <a:gd name="T46" fmla="*/ 378 w 894"/>
                <a:gd name="T47" fmla="*/ 268 h 980"/>
                <a:gd name="T48" fmla="*/ 426 w 894"/>
                <a:gd name="T49" fmla="*/ 268 h 980"/>
                <a:gd name="T50" fmla="*/ 491 w 894"/>
                <a:gd name="T51" fmla="*/ 283 h 980"/>
                <a:gd name="T52" fmla="*/ 545 w 894"/>
                <a:gd name="T53" fmla="*/ 319 h 980"/>
                <a:gd name="T54" fmla="*/ 589 w 894"/>
                <a:gd name="T55" fmla="*/ 366 h 980"/>
                <a:gd name="T56" fmla="*/ 618 w 894"/>
                <a:gd name="T57" fmla="*/ 424 h 980"/>
                <a:gd name="T58" fmla="*/ 628 w 894"/>
                <a:gd name="T59" fmla="*/ 491 h 980"/>
                <a:gd name="T60" fmla="*/ 625 w 894"/>
                <a:gd name="T61" fmla="*/ 528 h 980"/>
                <a:gd name="T62" fmla="*/ 609 w 894"/>
                <a:gd name="T63" fmla="*/ 582 h 980"/>
                <a:gd name="T64" fmla="*/ 579 w 894"/>
                <a:gd name="T65" fmla="*/ 630 h 980"/>
                <a:gd name="T66" fmla="*/ 538 w 894"/>
                <a:gd name="T67" fmla="*/ 670 h 980"/>
                <a:gd name="T68" fmla="*/ 510 w 894"/>
                <a:gd name="T69" fmla="*/ 688 h 980"/>
                <a:gd name="T70" fmla="*/ 461 w 894"/>
                <a:gd name="T71" fmla="*/ 707 h 980"/>
                <a:gd name="T72" fmla="*/ 410 w 894"/>
                <a:gd name="T73" fmla="*/ 716 h 980"/>
                <a:gd name="T74" fmla="*/ 415 w 894"/>
                <a:gd name="T75" fmla="*/ 788 h 980"/>
                <a:gd name="T76" fmla="*/ 408 w 894"/>
                <a:gd name="T77" fmla="*/ 887 h 980"/>
                <a:gd name="T78" fmla="*/ 466 w 894"/>
                <a:gd name="T79" fmla="*/ 980 h 980"/>
                <a:gd name="T80" fmla="*/ 484 w 894"/>
                <a:gd name="T81" fmla="*/ 973 h 980"/>
                <a:gd name="T82" fmla="*/ 491 w 894"/>
                <a:gd name="T83" fmla="*/ 895 h 980"/>
                <a:gd name="T84" fmla="*/ 552 w 894"/>
                <a:gd name="T85" fmla="*/ 878 h 980"/>
                <a:gd name="T86" fmla="*/ 654 w 894"/>
                <a:gd name="T87" fmla="*/ 892 h 980"/>
                <a:gd name="T88" fmla="*/ 672 w 894"/>
                <a:gd name="T89" fmla="*/ 899 h 980"/>
                <a:gd name="T90" fmla="*/ 681 w 894"/>
                <a:gd name="T91" fmla="*/ 897 h 980"/>
                <a:gd name="T92" fmla="*/ 792 w 894"/>
                <a:gd name="T93" fmla="*/ 788 h 980"/>
                <a:gd name="T94" fmla="*/ 797 w 894"/>
                <a:gd name="T95" fmla="*/ 762 h 980"/>
                <a:gd name="T96" fmla="*/ 753 w 894"/>
                <a:gd name="T97" fmla="*/ 714 h 980"/>
                <a:gd name="T98" fmla="*/ 795 w 894"/>
                <a:gd name="T99" fmla="*/ 625 h 980"/>
                <a:gd name="T100" fmla="*/ 871 w 894"/>
                <a:gd name="T101" fmla="*/ 593 h 980"/>
                <a:gd name="T102" fmla="*/ 892 w 894"/>
                <a:gd name="T103" fmla="*/ 579 h 980"/>
                <a:gd name="T104" fmla="*/ 894 w 894"/>
                <a:gd name="T105" fmla="*/ 422 h 980"/>
                <a:gd name="T106" fmla="*/ 880 w 894"/>
                <a:gd name="T107" fmla="*/ 399 h 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894" h="980">
                  <a:moveTo>
                    <a:pt x="871" y="398"/>
                  </a:moveTo>
                  <a:lnTo>
                    <a:pt x="808" y="398"/>
                  </a:lnTo>
                  <a:lnTo>
                    <a:pt x="808" y="398"/>
                  </a:lnTo>
                  <a:lnTo>
                    <a:pt x="799" y="366"/>
                  </a:lnTo>
                  <a:lnTo>
                    <a:pt x="786" y="336"/>
                  </a:lnTo>
                  <a:lnTo>
                    <a:pt x="774" y="306"/>
                  </a:lnTo>
                  <a:lnTo>
                    <a:pt x="758" y="278"/>
                  </a:lnTo>
                  <a:lnTo>
                    <a:pt x="809" y="227"/>
                  </a:lnTo>
                  <a:lnTo>
                    <a:pt x="809" y="227"/>
                  </a:lnTo>
                  <a:lnTo>
                    <a:pt x="815" y="218"/>
                  </a:lnTo>
                  <a:lnTo>
                    <a:pt x="816" y="209"/>
                  </a:lnTo>
                  <a:lnTo>
                    <a:pt x="816" y="209"/>
                  </a:lnTo>
                  <a:lnTo>
                    <a:pt x="815" y="201"/>
                  </a:lnTo>
                  <a:lnTo>
                    <a:pt x="809" y="194"/>
                  </a:lnTo>
                  <a:lnTo>
                    <a:pt x="706" y="88"/>
                  </a:lnTo>
                  <a:lnTo>
                    <a:pt x="706" y="88"/>
                  </a:lnTo>
                  <a:lnTo>
                    <a:pt x="698" y="83"/>
                  </a:lnTo>
                  <a:lnTo>
                    <a:pt x="688" y="81"/>
                  </a:lnTo>
                  <a:lnTo>
                    <a:pt x="688" y="81"/>
                  </a:lnTo>
                  <a:lnTo>
                    <a:pt x="679" y="83"/>
                  </a:lnTo>
                  <a:lnTo>
                    <a:pt x="672" y="88"/>
                  </a:lnTo>
                  <a:lnTo>
                    <a:pt x="621" y="139"/>
                  </a:lnTo>
                  <a:lnTo>
                    <a:pt x="621" y="139"/>
                  </a:lnTo>
                  <a:lnTo>
                    <a:pt x="593" y="123"/>
                  </a:lnTo>
                  <a:lnTo>
                    <a:pt x="563" y="109"/>
                  </a:lnTo>
                  <a:lnTo>
                    <a:pt x="531" y="97"/>
                  </a:lnTo>
                  <a:lnTo>
                    <a:pt x="500" y="88"/>
                  </a:lnTo>
                  <a:lnTo>
                    <a:pt x="500" y="25"/>
                  </a:lnTo>
                  <a:lnTo>
                    <a:pt x="500" y="25"/>
                  </a:lnTo>
                  <a:lnTo>
                    <a:pt x="498" y="16"/>
                  </a:lnTo>
                  <a:lnTo>
                    <a:pt x="493" y="7"/>
                  </a:lnTo>
                  <a:lnTo>
                    <a:pt x="486" y="4"/>
                  </a:lnTo>
                  <a:lnTo>
                    <a:pt x="477" y="0"/>
                  </a:lnTo>
                  <a:lnTo>
                    <a:pt x="329" y="0"/>
                  </a:lnTo>
                  <a:lnTo>
                    <a:pt x="329" y="0"/>
                  </a:lnTo>
                  <a:lnTo>
                    <a:pt x="320" y="4"/>
                  </a:lnTo>
                  <a:lnTo>
                    <a:pt x="313" y="7"/>
                  </a:lnTo>
                  <a:lnTo>
                    <a:pt x="308" y="16"/>
                  </a:lnTo>
                  <a:lnTo>
                    <a:pt x="306" y="25"/>
                  </a:lnTo>
                  <a:lnTo>
                    <a:pt x="306" y="88"/>
                  </a:lnTo>
                  <a:lnTo>
                    <a:pt x="306" y="88"/>
                  </a:lnTo>
                  <a:lnTo>
                    <a:pt x="275" y="97"/>
                  </a:lnTo>
                  <a:lnTo>
                    <a:pt x="245" y="107"/>
                  </a:lnTo>
                  <a:lnTo>
                    <a:pt x="217" y="122"/>
                  </a:lnTo>
                  <a:lnTo>
                    <a:pt x="188" y="136"/>
                  </a:lnTo>
                  <a:lnTo>
                    <a:pt x="141" y="88"/>
                  </a:lnTo>
                  <a:lnTo>
                    <a:pt x="141" y="88"/>
                  </a:lnTo>
                  <a:lnTo>
                    <a:pt x="134" y="83"/>
                  </a:lnTo>
                  <a:lnTo>
                    <a:pt x="125" y="81"/>
                  </a:lnTo>
                  <a:lnTo>
                    <a:pt x="125" y="81"/>
                  </a:lnTo>
                  <a:lnTo>
                    <a:pt x="114" y="83"/>
                  </a:lnTo>
                  <a:lnTo>
                    <a:pt x="107" y="88"/>
                  </a:lnTo>
                  <a:lnTo>
                    <a:pt x="4" y="194"/>
                  </a:lnTo>
                  <a:lnTo>
                    <a:pt x="4" y="194"/>
                  </a:lnTo>
                  <a:lnTo>
                    <a:pt x="0" y="197"/>
                  </a:lnTo>
                  <a:lnTo>
                    <a:pt x="0" y="197"/>
                  </a:lnTo>
                  <a:lnTo>
                    <a:pt x="32" y="209"/>
                  </a:lnTo>
                  <a:lnTo>
                    <a:pt x="63" y="225"/>
                  </a:lnTo>
                  <a:lnTo>
                    <a:pt x="95" y="241"/>
                  </a:lnTo>
                  <a:lnTo>
                    <a:pt x="125" y="259"/>
                  </a:lnTo>
                  <a:lnTo>
                    <a:pt x="153" y="278"/>
                  </a:lnTo>
                  <a:lnTo>
                    <a:pt x="181" y="299"/>
                  </a:lnTo>
                  <a:lnTo>
                    <a:pt x="208" y="322"/>
                  </a:lnTo>
                  <a:lnTo>
                    <a:pt x="232" y="345"/>
                  </a:lnTo>
                  <a:lnTo>
                    <a:pt x="232" y="345"/>
                  </a:lnTo>
                  <a:lnTo>
                    <a:pt x="248" y="329"/>
                  </a:lnTo>
                  <a:lnTo>
                    <a:pt x="266" y="313"/>
                  </a:lnTo>
                  <a:lnTo>
                    <a:pt x="287" y="299"/>
                  </a:lnTo>
                  <a:lnTo>
                    <a:pt x="308" y="289"/>
                  </a:lnTo>
                  <a:lnTo>
                    <a:pt x="329" y="278"/>
                  </a:lnTo>
                  <a:lnTo>
                    <a:pt x="354" y="273"/>
                  </a:lnTo>
                  <a:lnTo>
                    <a:pt x="378" y="268"/>
                  </a:lnTo>
                  <a:lnTo>
                    <a:pt x="403" y="266"/>
                  </a:lnTo>
                  <a:lnTo>
                    <a:pt x="403" y="266"/>
                  </a:lnTo>
                  <a:lnTo>
                    <a:pt x="426" y="268"/>
                  </a:lnTo>
                  <a:lnTo>
                    <a:pt x="449" y="271"/>
                  </a:lnTo>
                  <a:lnTo>
                    <a:pt x="470" y="276"/>
                  </a:lnTo>
                  <a:lnTo>
                    <a:pt x="491" y="283"/>
                  </a:lnTo>
                  <a:lnTo>
                    <a:pt x="510" y="294"/>
                  </a:lnTo>
                  <a:lnTo>
                    <a:pt x="528" y="304"/>
                  </a:lnTo>
                  <a:lnTo>
                    <a:pt x="545" y="319"/>
                  </a:lnTo>
                  <a:lnTo>
                    <a:pt x="561" y="333"/>
                  </a:lnTo>
                  <a:lnTo>
                    <a:pt x="575" y="348"/>
                  </a:lnTo>
                  <a:lnTo>
                    <a:pt x="589" y="366"/>
                  </a:lnTo>
                  <a:lnTo>
                    <a:pt x="600" y="384"/>
                  </a:lnTo>
                  <a:lnTo>
                    <a:pt x="611" y="403"/>
                  </a:lnTo>
                  <a:lnTo>
                    <a:pt x="618" y="424"/>
                  </a:lnTo>
                  <a:lnTo>
                    <a:pt x="623" y="445"/>
                  </a:lnTo>
                  <a:lnTo>
                    <a:pt x="626" y="468"/>
                  </a:lnTo>
                  <a:lnTo>
                    <a:pt x="628" y="491"/>
                  </a:lnTo>
                  <a:lnTo>
                    <a:pt x="628" y="491"/>
                  </a:lnTo>
                  <a:lnTo>
                    <a:pt x="626" y="510"/>
                  </a:lnTo>
                  <a:lnTo>
                    <a:pt x="625" y="528"/>
                  </a:lnTo>
                  <a:lnTo>
                    <a:pt x="621" y="547"/>
                  </a:lnTo>
                  <a:lnTo>
                    <a:pt x="616" y="565"/>
                  </a:lnTo>
                  <a:lnTo>
                    <a:pt x="609" y="582"/>
                  </a:lnTo>
                  <a:lnTo>
                    <a:pt x="600" y="598"/>
                  </a:lnTo>
                  <a:lnTo>
                    <a:pt x="591" y="614"/>
                  </a:lnTo>
                  <a:lnTo>
                    <a:pt x="579" y="630"/>
                  </a:lnTo>
                  <a:lnTo>
                    <a:pt x="579" y="630"/>
                  </a:lnTo>
                  <a:lnTo>
                    <a:pt x="575" y="633"/>
                  </a:lnTo>
                  <a:lnTo>
                    <a:pt x="538" y="670"/>
                  </a:lnTo>
                  <a:lnTo>
                    <a:pt x="538" y="670"/>
                  </a:lnTo>
                  <a:lnTo>
                    <a:pt x="524" y="679"/>
                  </a:lnTo>
                  <a:lnTo>
                    <a:pt x="510" y="688"/>
                  </a:lnTo>
                  <a:lnTo>
                    <a:pt x="494" y="697"/>
                  </a:lnTo>
                  <a:lnTo>
                    <a:pt x="479" y="702"/>
                  </a:lnTo>
                  <a:lnTo>
                    <a:pt x="461" y="707"/>
                  </a:lnTo>
                  <a:lnTo>
                    <a:pt x="445" y="711"/>
                  </a:lnTo>
                  <a:lnTo>
                    <a:pt x="428" y="714"/>
                  </a:lnTo>
                  <a:lnTo>
                    <a:pt x="410" y="716"/>
                  </a:lnTo>
                  <a:lnTo>
                    <a:pt x="410" y="716"/>
                  </a:lnTo>
                  <a:lnTo>
                    <a:pt x="414" y="751"/>
                  </a:lnTo>
                  <a:lnTo>
                    <a:pt x="415" y="788"/>
                  </a:lnTo>
                  <a:lnTo>
                    <a:pt x="415" y="788"/>
                  </a:lnTo>
                  <a:lnTo>
                    <a:pt x="414" y="837"/>
                  </a:lnTo>
                  <a:lnTo>
                    <a:pt x="408" y="887"/>
                  </a:lnTo>
                  <a:lnTo>
                    <a:pt x="398" y="934"/>
                  </a:lnTo>
                  <a:lnTo>
                    <a:pt x="385" y="980"/>
                  </a:lnTo>
                  <a:lnTo>
                    <a:pt x="466" y="980"/>
                  </a:lnTo>
                  <a:lnTo>
                    <a:pt x="466" y="980"/>
                  </a:lnTo>
                  <a:lnTo>
                    <a:pt x="475" y="978"/>
                  </a:lnTo>
                  <a:lnTo>
                    <a:pt x="484" y="973"/>
                  </a:lnTo>
                  <a:lnTo>
                    <a:pt x="489" y="966"/>
                  </a:lnTo>
                  <a:lnTo>
                    <a:pt x="491" y="955"/>
                  </a:lnTo>
                  <a:lnTo>
                    <a:pt x="491" y="895"/>
                  </a:lnTo>
                  <a:lnTo>
                    <a:pt x="491" y="895"/>
                  </a:lnTo>
                  <a:lnTo>
                    <a:pt x="523" y="888"/>
                  </a:lnTo>
                  <a:lnTo>
                    <a:pt x="552" y="878"/>
                  </a:lnTo>
                  <a:lnTo>
                    <a:pt x="582" y="864"/>
                  </a:lnTo>
                  <a:lnTo>
                    <a:pt x="612" y="850"/>
                  </a:lnTo>
                  <a:lnTo>
                    <a:pt x="654" y="892"/>
                  </a:lnTo>
                  <a:lnTo>
                    <a:pt x="654" y="892"/>
                  </a:lnTo>
                  <a:lnTo>
                    <a:pt x="663" y="897"/>
                  </a:lnTo>
                  <a:lnTo>
                    <a:pt x="672" y="899"/>
                  </a:lnTo>
                  <a:lnTo>
                    <a:pt x="672" y="899"/>
                  </a:lnTo>
                  <a:lnTo>
                    <a:pt x="672" y="899"/>
                  </a:lnTo>
                  <a:lnTo>
                    <a:pt x="681" y="897"/>
                  </a:lnTo>
                  <a:lnTo>
                    <a:pt x="688" y="892"/>
                  </a:lnTo>
                  <a:lnTo>
                    <a:pt x="792" y="788"/>
                  </a:lnTo>
                  <a:lnTo>
                    <a:pt x="792" y="788"/>
                  </a:lnTo>
                  <a:lnTo>
                    <a:pt x="797" y="779"/>
                  </a:lnTo>
                  <a:lnTo>
                    <a:pt x="799" y="771"/>
                  </a:lnTo>
                  <a:lnTo>
                    <a:pt x="797" y="762"/>
                  </a:lnTo>
                  <a:lnTo>
                    <a:pt x="792" y="755"/>
                  </a:lnTo>
                  <a:lnTo>
                    <a:pt x="753" y="714"/>
                  </a:lnTo>
                  <a:lnTo>
                    <a:pt x="753" y="714"/>
                  </a:lnTo>
                  <a:lnTo>
                    <a:pt x="769" y="684"/>
                  </a:lnTo>
                  <a:lnTo>
                    <a:pt x="783" y="654"/>
                  </a:lnTo>
                  <a:lnTo>
                    <a:pt x="795" y="625"/>
                  </a:lnTo>
                  <a:lnTo>
                    <a:pt x="806" y="593"/>
                  </a:lnTo>
                  <a:lnTo>
                    <a:pt x="871" y="593"/>
                  </a:lnTo>
                  <a:lnTo>
                    <a:pt x="871" y="593"/>
                  </a:lnTo>
                  <a:lnTo>
                    <a:pt x="880" y="591"/>
                  </a:lnTo>
                  <a:lnTo>
                    <a:pt x="887" y="586"/>
                  </a:lnTo>
                  <a:lnTo>
                    <a:pt x="892" y="579"/>
                  </a:lnTo>
                  <a:lnTo>
                    <a:pt x="894" y="568"/>
                  </a:lnTo>
                  <a:lnTo>
                    <a:pt x="894" y="422"/>
                  </a:lnTo>
                  <a:lnTo>
                    <a:pt x="894" y="422"/>
                  </a:lnTo>
                  <a:lnTo>
                    <a:pt x="892" y="412"/>
                  </a:lnTo>
                  <a:lnTo>
                    <a:pt x="887" y="405"/>
                  </a:lnTo>
                  <a:lnTo>
                    <a:pt x="880" y="399"/>
                  </a:lnTo>
                  <a:lnTo>
                    <a:pt x="871" y="398"/>
                  </a:lnTo>
                  <a:lnTo>
                    <a:pt x="871" y="398"/>
                  </a:lnTo>
                  <a:close/>
                </a:path>
              </a:pathLst>
            </a:custGeom>
            <a:solidFill>
              <a:schemeClr val="accent2">
                <a:lumMod val="20000"/>
                <a:lumOff val="8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200" name="Freeform 158">
              <a:extLst>
                <a:ext uri="{FF2B5EF4-FFF2-40B4-BE49-F238E27FC236}">
                  <a16:creationId xmlns:a16="http://schemas.microsoft.com/office/drawing/2014/main" id="{69A75008-BFBF-4A45-9E1E-5CADDC2B150A}"/>
                </a:ext>
              </a:extLst>
            </p:cNvPr>
            <p:cNvSpPr>
              <a:spLocks noEditPoints="1"/>
            </p:cNvSpPr>
            <p:nvPr/>
          </p:nvSpPr>
          <p:spPr bwMode="auto">
            <a:xfrm>
              <a:off x="13620751" y="5767388"/>
              <a:ext cx="279400" cy="276225"/>
            </a:xfrm>
            <a:custGeom>
              <a:avLst/>
              <a:gdLst>
                <a:gd name="T0" fmla="*/ 32 w 350"/>
                <a:gd name="T1" fmla="*/ 206 h 348"/>
                <a:gd name="T2" fmla="*/ 32 w 350"/>
                <a:gd name="T3" fmla="*/ 266 h 348"/>
                <a:gd name="T4" fmla="*/ 28 w 350"/>
                <a:gd name="T5" fmla="*/ 271 h 348"/>
                <a:gd name="T6" fmla="*/ 32 w 350"/>
                <a:gd name="T7" fmla="*/ 276 h 348"/>
                <a:gd name="T8" fmla="*/ 70 w 350"/>
                <a:gd name="T9" fmla="*/ 317 h 348"/>
                <a:gd name="T10" fmla="*/ 77 w 350"/>
                <a:gd name="T11" fmla="*/ 317 h 348"/>
                <a:gd name="T12" fmla="*/ 97 w 350"/>
                <a:gd name="T13" fmla="*/ 297 h 348"/>
                <a:gd name="T14" fmla="*/ 137 w 350"/>
                <a:gd name="T15" fmla="*/ 340 h 348"/>
                <a:gd name="T16" fmla="*/ 141 w 350"/>
                <a:gd name="T17" fmla="*/ 345 h 348"/>
                <a:gd name="T18" fmla="*/ 199 w 350"/>
                <a:gd name="T19" fmla="*/ 348 h 348"/>
                <a:gd name="T20" fmla="*/ 204 w 350"/>
                <a:gd name="T21" fmla="*/ 345 h 348"/>
                <a:gd name="T22" fmla="*/ 208 w 350"/>
                <a:gd name="T23" fmla="*/ 319 h 348"/>
                <a:gd name="T24" fmla="*/ 250 w 350"/>
                <a:gd name="T25" fmla="*/ 301 h 348"/>
                <a:gd name="T26" fmla="*/ 267 w 350"/>
                <a:gd name="T27" fmla="*/ 319 h 348"/>
                <a:gd name="T28" fmla="*/ 271 w 350"/>
                <a:gd name="T29" fmla="*/ 319 h 348"/>
                <a:gd name="T30" fmla="*/ 315 w 350"/>
                <a:gd name="T31" fmla="*/ 280 h 348"/>
                <a:gd name="T32" fmla="*/ 317 w 350"/>
                <a:gd name="T33" fmla="*/ 273 h 348"/>
                <a:gd name="T34" fmla="*/ 301 w 350"/>
                <a:gd name="T35" fmla="*/ 253 h 348"/>
                <a:gd name="T36" fmla="*/ 318 w 350"/>
                <a:gd name="T37" fmla="*/ 209 h 348"/>
                <a:gd name="T38" fmla="*/ 345 w 350"/>
                <a:gd name="T39" fmla="*/ 209 h 348"/>
                <a:gd name="T40" fmla="*/ 350 w 350"/>
                <a:gd name="T41" fmla="*/ 202 h 348"/>
                <a:gd name="T42" fmla="*/ 350 w 350"/>
                <a:gd name="T43" fmla="*/ 146 h 348"/>
                <a:gd name="T44" fmla="*/ 341 w 350"/>
                <a:gd name="T45" fmla="*/ 141 h 348"/>
                <a:gd name="T46" fmla="*/ 313 w 350"/>
                <a:gd name="T47" fmla="*/ 118 h 348"/>
                <a:gd name="T48" fmla="*/ 320 w 350"/>
                <a:gd name="T49" fmla="*/ 79 h 348"/>
                <a:gd name="T50" fmla="*/ 324 w 350"/>
                <a:gd name="T51" fmla="*/ 74 h 348"/>
                <a:gd name="T52" fmla="*/ 283 w 350"/>
                <a:gd name="T53" fmla="*/ 30 h 348"/>
                <a:gd name="T54" fmla="*/ 278 w 350"/>
                <a:gd name="T55" fmla="*/ 28 h 348"/>
                <a:gd name="T56" fmla="*/ 271 w 350"/>
                <a:gd name="T57" fmla="*/ 30 h 348"/>
                <a:gd name="T58" fmla="*/ 232 w 350"/>
                <a:gd name="T59" fmla="*/ 37 h 348"/>
                <a:gd name="T60" fmla="*/ 211 w 350"/>
                <a:gd name="T61" fmla="*/ 9 h 348"/>
                <a:gd name="T62" fmla="*/ 206 w 350"/>
                <a:gd name="T63" fmla="*/ 0 h 348"/>
                <a:gd name="T64" fmla="*/ 149 w 350"/>
                <a:gd name="T65" fmla="*/ 0 h 348"/>
                <a:gd name="T66" fmla="*/ 142 w 350"/>
                <a:gd name="T67" fmla="*/ 5 h 348"/>
                <a:gd name="T68" fmla="*/ 141 w 350"/>
                <a:gd name="T69" fmla="*/ 30 h 348"/>
                <a:gd name="T70" fmla="*/ 83 w 350"/>
                <a:gd name="T71" fmla="*/ 30 h 348"/>
                <a:gd name="T72" fmla="*/ 77 w 350"/>
                <a:gd name="T73" fmla="*/ 28 h 348"/>
                <a:gd name="T74" fmla="*/ 70 w 350"/>
                <a:gd name="T75" fmla="*/ 30 h 348"/>
                <a:gd name="T76" fmla="*/ 32 w 350"/>
                <a:gd name="T77" fmla="*/ 71 h 348"/>
                <a:gd name="T78" fmla="*/ 33 w 350"/>
                <a:gd name="T79" fmla="*/ 79 h 348"/>
                <a:gd name="T80" fmla="*/ 40 w 350"/>
                <a:gd name="T81" fmla="*/ 116 h 348"/>
                <a:gd name="T82" fmla="*/ 9 w 350"/>
                <a:gd name="T83" fmla="*/ 137 h 348"/>
                <a:gd name="T84" fmla="*/ 0 w 350"/>
                <a:gd name="T85" fmla="*/ 143 h 348"/>
                <a:gd name="T86" fmla="*/ 0 w 350"/>
                <a:gd name="T87" fmla="*/ 199 h 348"/>
                <a:gd name="T88" fmla="*/ 5 w 350"/>
                <a:gd name="T89" fmla="*/ 206 h 348"/>
                <a:gd name="T90" fmla="*/ 176 w 350"/>
                <a:gd name="T91" fmla="*/ 93 h 348"/>
                <a:gd name="T92" fmla="*/ 208 w 350"/>
                <a:gd name="T93" fmla="*/ 100 h 348"/>
                <a:gd name="T94" fmla="*/ 243 w 350"/>
                <a:gd name="T95" fmla="*/ 129 h 348"/>
                <a:gd name="T96" fmla="*/ 255 w 350"/>
                <a:gd name="T97" fmla="*/ 174 h 348"/>
                <a:gd name="T98" fmla="*/ 252 w 350"/>
                <a:gd name="T99" fmla="*/ 201 h 348"/>
                <a:gd name="T100" fmla="*/ 239 w 350"/>
                <a:gd name="T101" fmla="*/ 224 h 348"/>
                <a:gd name="T102" fmla="*/ 223 w 350"/>
                <a:gd name="T103" fmla="*/ 238 h 348"/>
                <a:gd name="T104" fmla="*/ 188 w 350"/>
                <a:gd name="T105" fmla="*/ 253 h 348"/>
                <a:gd name="T106" fmla="*/ 160 w 350"/>
                <a:gd name="T107" fmla="*/ 252 h 348"/>
                <a:gd name="T108" fmla="*/ 120 w 350"/>
                <a:gd name="T109" fmla="*/ 231 h 348"/>
                <a:gd name="T110" fmla="*/ 97 w 350"/>
                <a:gd name="T111" fmla="*/ 190 h 348"/>
                <a:gd name="T112" fmla="*/ 97 w 350"/>
                <a:gd name="T113" fmla="*/ 158 h 348"/>
                <a:gd name="T114" fmla="*/ 120 w 350"/>
                <a:gd name="T115" fmla="*/ 118 h 348"/>
                <a:gd name="T116" fmla="*/ 160 w 350"/>
                <a:gd name="T117" fmla="*/ 95 h 3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350" h="348">
                  <a:moveTo>
                    <a:pt x="9" y="206"/>
                  </a:moveTo>
                  <a:lnTo>
                    <a:pt x="32" y="206"/>
                  </a:lnTo>
                  <a:lnTo>
                    <a:pt x="32" y="206"/>
                  </a:lnTo>
                  <a:lnTo>
                    <a:pt x="39" y="227"/>
                  </a:lnTo>
                  <a:lnTo>
                    <a:pt x="47" y="248"/>
                  </a:lnTo>
                  <a:lnTo>
                    <a:pt x="32" y="266"/>
                  </a:lnTo>
                  <a:lnTo>
                    <a:pt x="32" y="266"/>
                  </a:lnTo>
                  <a:lnTo>
                    <a:pt x="30" y="268"/>
                  </a:lnTo>
                  <a:lnTo>
                    <a:pt x="28" y="271"/>
                  </a:lnTo>
                  <a:lnTo>
                    <a:pt x="28" y="271"/>
                  </a:lnTo>
                  <a:lnTo>
                    <a:pt x="30" y="275"/>
                  </a:lnTo>
                  <a:lnTo>
                    <a:pt x="32" y="276"/>
                  </a:lnTo>
                  <a:lnTo>
                    <a:pt x="69" y="315"/>
                  </a:lnTo>
                  <a:lnTo>
                    <a:pt x="69" y="315"/>
                  </a:lnTo>
                  <a:lnTo>
                    <a:pt x="70" y="317"/>
                  </a:lnTo>
                  <a:lnTo>
                    <a:pt x="74" y="317"/>
                  </a:lnTo>
                  <a:lnTo>
                    <a:pt x="74" y="317"/>
                  </a:lnTo>
                  <a:lnTo>
                    <a:pt x="77" y="317"/>
                  </a:lnTo>
                  <a:lnTo>
                    <a:pt x="81" y="315"/>
                  </a:lnTo>
                  <a:lnTo>
                    <a:pt x="97" y="297"/>
                  </a:lnTo>
                  <a:lnTo>
                    <a:pt x="97" y="297"/>
                  </a:lnTo>
                  <a:lnTo>
                    <a:pt x="116" y="310"/>
                  </a:lnTo>
                  <a:lnTo>
                    <a:pt x="137" y="317"/>
                  </a:lnTo>
                  <a:lnTo>
                    <a:pt x="137" y="340"/>
                  </a:lnTo>
                  <a:lnTo>
                    <a:pt x="137" y="340"/>
                  </a:lnTo>
                  <a:lnTo>
                    <a:pt x="139" y="343"/>
                  </a:lnTo>
                  <a:lnTo>
                    <a:pt x="141" y="345"/>
                  </a:lnTo>
                  <a:lnTo>
                    <a:pt x="142" y="347"/>
                  </a:lnTo>
                  <a:lnTo>
                    <a:pt x="146" y="348"/>
                  </a:lnTo>
                  <a:lnTo>
                    <a:pt x="199" y="348"/>
                  </a:lnTo>
                  <a:lnTo>
                    <a:pt x="199" y="348"/>
                  </a:lnTo>
                  <a:lnTo>
                    <a:pt x="202" y="347"/>
                  </a:lnTo>
                  <a:lnTo>
                    <a:pt x="204" y="345"/>
                  </a:lnTo>
                  <a:lnTo>
                    <a:pt x="206" y="343"/>
                  </a:lnTo>
                  <a:lnTo>
                    <a:pt x="208" y="340"/>
                  </a:lnTo>
                  <a:lnTo>
                    <a:pt x="208" y="319"/>
                  </a:lnTo>
                  <a:lnTo>
                    <a:pt x="208" y="319"/>
                  </a:lnTo>
                  <a:lnTo>
                    <a:pt x="229" y="311"/>
                  </a:lnTo>
                  <a:lnTo>
                    <a:pt x="250" y="301"/>
                  </a:lnTo>
                  <a:lnTo>
                    <a:pt x="266" y="317"/>
                  </a:lnTo>
                  <a:lnTo>
                    <a:pt x="266" y="317"/>
                  </a:lnTo>
                  <a:lnTo>
                    <a:pt x="267" y="319"/>
                  </a:lnTo>
                  <a:lnTo>
                    <a:pt x="271" y="319"/>
                  </a:lnTo>
                  <a:lnTo>
                    <a:pt x="271" y="319"/>
                  </a:lnTo>
                  <a:lnTo>
                    <a:pt x="271" y="319"/>
                  </a:lnTo>
                  <a:lnTo>
                    <a:pt x="274" y="319"/>
                  </a:lnTo>
                  <a:lnTo>
                    <a:pt x="278" y="317"/>
                  </a:lnTo>
                  <a:lnTo>
                    <a:pt x="315" y="280"/>
                  </a:lnTo>
                  <a:lnTo>
                    <a:pt x="315" y="280"/>
                  </a:lnTo>
                  <a:lnTo>
                    <a:pt x="317" y="276"/>
                  </a:lnTo>
                  <a:lnTo>
                    <a:pt x="317" y="273"/>
                  </a:lnTo>
                  <a:lnTo>
                    <a:pt x="317" y="271"/>
                  </a:lnTo>
                  <a:lnTo>
                    <a:pt x="315" y="268"/>
                  </a:lnTo>
                  <a:lnTo>
                    <a:pt x="301" y="253"/>
                  </a:lnTo>
                  <a:lnTo>
                    <a:pt x="301" y="253"/>
                  </a:lnTo>
                  <a:lnTo>
                    <a:pt x="311" y="232"/>
                  </a:lnTo>
                  <a:lnTo>
                    <a:pt x="318" y="209"/>
                  </a:lnTo>
                  <a:lnTo>
                    <a:pt x="341" y="209"/>
                  </a:lnTo>
                  <a:lnTo>
                    <a:pt x="341" y="209"/>
                  </a:lnTo>
                  <a:lnTo>
                    <a:pt x="345" y="209"/>
                  </a:lnTo>
                  <a:lnTo>
                    <a:pt x="348" y="208"/>
                  </a:lnTo>
                  <a:lnTo>
                    <a:pt x="350" y="204"/>
                  </a:lnTo>
                  <a:lnTo>
                    <a:pt x="350" y="202"/>
                  </a:lnTo>
                  <a:lnTo>
                    <a:pt x="350" y="150"/>
                  </a:lnTo>
                  <a:lnTo>
                    <a:pt x="350" y="150"/>
                  </a:lnTo>
                  <a:lnTo>
                    <a:pt x="350" y="146"/>
                  </a:lnTo>
                  <a:lnTo>
                    <a:pt x="348" y="143"/>
                  </a:lnTo>
                  <a:lnTo>
                    <a:pt x="345" y="141"/>
                  </a:lnTo>
                  <a:lnTo>
                    <a:pt x="341" y="141"/>
                  </a:lnTo>
                  <a:lnTo>
                    <a:pt x="320" y="141"/>
                  </a:lnTo>
                  <a:lnTo>
                    <a:pt x="320" y="141"/>
                  </a:lnTo>
                  <a:lnTo>
                    <a:pt x="313" y="118"/>
                  </a:lnTo>
                  <a:lnTo>
                    <a:pt x="303" y="99"/>
                  </a:lnTo>
                  <a:lnTo>
                    <a:pt x="320" y="79"/>
                  </a:lnTo>
                  <a:lnTo>
                    <a:pt x="320" y="79"/>
                  </a:lnTo>
                  <a:lnTo>
                    <a:pt x="322" y="78"/>
                  </a:lnTo>
                  <a:lnTo>
                    <a:pt x="324" y="74"/>
                  </a:lnTo>
                  <a:lnTo>
                    <a:pt x="324" y="74"/>
                  </a:lnTo>
                  <a:lnTo>
                    <a:pt x="322" y="71"/>
                  </a:lnTo>
                  <a:lnTo>
                    <a:pt x="320" y="69"/>
                  </a:lnTo>
                  <a:lnTo>
                    <a:pt x="283" y="30"/>
                  </a:lnTo>
                  <a:lnTo>
                    <a:pt x="283" y="30"/>
                  </a:lnTo>
                  <a:lnTo>
                    <a:pt x="281" y="28"/>
                  </a:lnTo>
                  <a:lnTo>
                    <a:pt x="278" y="28"/>
                  </a:lnTo>
                  <a:lnTo>
                    <a:pt x="278" y="28"/>
                  </a:lnTo>
                  <a:lnTo>
                    <a:pt x="274" y="28"/>
                  </a:lnTo>
                  <a:lnTo>
                    <a:pt x="271" y="30"/>
                  </a:lnTo>
                  <a:lnTo>
                    <a:pt x="253" y="49"/>
                  </a:lnTo>
                  <a:lnTo>
                    <a:pt x="253" y="49"/>
                  </a:lnTo>
                  <a:lnTo>
                    <a:pt x="232" y="37"/>
                  </a:lnTo>
                  <a:lnTo>
                    <a:pt x="211" y="30"/>
                  </a:lnTo>
                  <a:lnTo>
                    <a:pt x="211" y="9"/>
                  </a:lnTo>
                  <a:lnTo>
                    <a:pt x="211" y="9"/>
                  </a:lnTo>
                  <a:lnTo>
                    <a:pt x="209" y="5"/>
                  </a:lnTo>
                  <a:lnTo>
                    <a:pt x="208" y="2"/>
                  </a:lnTo>
                  <a:lnTo>
                    <a:pt x="206" y="0"/>
                  </a:lnTo>
                  <a:lnTo>
                    <a:pt x="202" y="0"/>
                  </a:lnTo>
                  <a:lnTo>
                    <a:pt x="149" y="0"/>
                  </a:lnTo>
                  <a:lnTo>
                    <a:pt x="149" y="0"/>
                  </a:lnTo>
                  <a:lnTo>
                    <a:pt x="146" y="0"/>
                  </a:lnTo>
                  <a:lnTo>
                    <a:pt x="144" y="2"/>
                  </a:lnTo>
                  <a:lnTo>
                    <a:pt x="142" y="5"/>
                  </a:lnTo>
                  <a:lnTo>
                    <a:pt x="141" y="9"/>
                  </a:lnTo>
                  <a:lnTo>
                    <a:pt x="141" y="30"/>
                  </a:lnTo>
                  <a:lnTo>
                    <a:pt x="141" y="30"/>
                  </a:lnTo>
                  <a:lnTo>
                    <a:pt x="120" y="37"/>
                  </a:lnTo>
                  <a:lnTo>
                    <a:pt x="100" y="48"/>
                  </a:lnTo>
                  <a:lnTo>
                    <a:pt x="83" y="30"/>
                  </a:lnTo>
                  <a:lnTo>
                    <a:pt x="83" y="30"/>
                  </a:lnTo>
                  <a:lnTo>
                    <a:pt x="79" y="28"/>
                  </a:lnTo>
                  <a:lnTo>
                    <a:pt x="77" y="28"/>
                  </a:lnTo>
                  <a:lnTo>
                    <a:pt x="77" y="28"/>
                  </a:lnTo>
                  <a:lnTo>
                    <a:pt x="74" y="28"/>
                  </a:lnTo>
                  <a:lnTo>
                    <a:pt x="70" y="30"/>
                  </a:lnTo>
                  <a:lnTo>
                    <a:pt x="33" y="69"/>
                  </a:lnTo>
                  <a:lnTo>
                    <a:pt x="33" y="69"/>
                  </a:lnTo>
                  <a:lnTo>
                    <a:pt x="32" y="71"/>
                  </a:lnTo>
                  <a:lnTo>
                    <a:pt x="32" y="74"/>
                  </a:lnTo>
                  <a:lnTo>
                    <a:pt x="32" y="78"/>
                  </a:lnTo>
                  <a:lnTo>
                    <a:pt x="33" y="79"/>
                  </a:lnTo>
                  <a:lnTo>
                    <a:pt x="51" y="97"/>
                  </a:lnTo>
                  <a:lnTo>
                    <a:pt x="51" y="97"/>
                  </a:lnTo>
                  <a:lnTo>
                    <a:pt x="40" y="116"/>
                  </a:lnTo>
                  <a:lnTo>
                    <a:pt x="33" y="137"/>
                  </a:lnTo>
                  <a:lnTo>
                    <a:pt x="9" y="137"/>
                  </a:lnTo>
                  <a:lnTo>
                    <a:pt x="9" y="137"/>
                  </a:lnTo>
                  <a:lnTo>
                    <a:pt x="5" y="137"/>
                  </a:lnTo>
                  <a:lnTo>
                    <a:pt x="2" y="139"/>
                  </a:lnTo>
                  <a:lnTo>
                    <a:pt x="0" y="143"/>
                  </a:lnTo>
                  <a:lnTo>
                    <a:pt x="0" y="146"/>
                  </a:lnTo>
                  <a:lnTo>
                    <a:pt x="0" y="199"/>
                  </a:lnTo>
                  <a:lnTo>
                    <a:pt x="0" y="199"/>
                  </a:lnTo>
                  <a:lnTo>
                    <a:pt x="0" y="201"/>
                  </a:lnTo>
                  <a:lnTo>
                    <a:pt x="2" y="204"/>
                  </a:lnTo>
                  <a:lnTo>
                    <a:pt x="5" y="206"/>
                  </a:lnTo>
                  <a:lnTo>
                    <a:pt x="9" y="206"/>
                  </a:lnTo>
                  <a:lnTo>
                    <a:pt x="9" y="206"/>
                  </a:lnTo>
                  <a:close/>
                  <a:moveTo>
                    <a:pt x="176" y="93"/>
                  </a:moveTo>
                  <a:lnTo>
                    <a:pt x="176" y="93"/>
                  </a:lnTo>
                  <a:lnTo>
                    <a:pt x="192" y="95"/>
                  </a:lnTo>
                  <a:lnTo>
                    <a:pt x="208" y="100"/>
                  </a:lnTo>
                  <a:lnTo>
                    <a:pt x="220" y="107"/>
                  </a:lnTo>
                  <a:lnTo>
                    <a:pt x="232" y="118"/>
                  </a:lnTo>
                  <a:lnTo>
                    <a:pt x="243" y="129"/>
                  </a:lnTo>
                  <a:lnTo>
                    <a:pt x="250" y="143"/>
                  </a:lnTo>
                  <a:lnTo>
                    <a:pt x="253" y="158"/>
                  </a:lnTo>
                  <a:lnTo>
                    <a:pt x="255" y="174"/>
                  </a:lnTo>
                  <a:lnTo>
                    <a:pt x="255" y="174"/>
                  </a:lnTo>
                  <a:lnTo>
                    <a:pt x="255" y="187"/>
                  </a:lnTo>
                  <a:lnTo>
                    <a:pt x="252" y="201"/>
                  </a:lnTo>
                  <a:lnTo>
                    <a:pt x="246" y="213"/>
                  </a:lnTo>
                  <a:lnTo>
                    <a:pt x="239" y="224"/>
                  </a:lnTo>
                  <a:lnTo>
                    <a:pt x="239" y="224"/>
                  </a:lnTo>
                  <a:lnTo>
                    <a:pt x="237" y="225"/>
                  </a:lnTo>
                  <a:lnTo>
                    <a:pt x="223" y="238"/>
                  </a:lnTo>
                  <a:lnTo>
                    <a:pt x="223" y="238"/>
                  </a:lnTo>
                  <a:lnTo>
                    <a:pt x="213" y="245"/>
                  </a:lnTo>
                  <a:lnTo>
                    <a:pt x="200" y="250"/>
                  </a:lnTo>
                  <a:lnTo>
                    <a:pt x="188" y="253"/>
                  </a:lnTo>
                  <a:lnTo>
                    <a:pt x="176" y="253"/>
                  </a:lnTo>
                  <a:lnTo>
                    <a:pt x="176" y="253"/>
                  </a:lnTo>
                  <a:lnTo>
                    <a:pt x="160" y="252"/>
                  </a:lnTo>
                  <a:lnTo>
                    <a:pt x="144" y="248"/>
                  </a:lnTo>
                  <a:lnTo>
                    <a:pt x="132" y="239"/>
                  </a:lnTo>
                  <a:lnTo>
                    <a:pt x="120" y="231"/>
                  </a:lnTo>
                  <a:lnTo>
                    <a:pt x="109" y="218"/>
                  </a:lnTo>
                  <a:lnTo>
                    <a:pt x="102" y="204"/>
                  </a:lnTo>
                  <a:lnTo>
                    <a:pt x="97" y="190"/>
                  </a:lnTo>
                  <a:lnTo>
                    <a:pt x="95" y="174"/>
                  </a:lnTo>
                  <a:lnTo>
                    <a:pt x="95" y="174"/>
                  </a:lnTo>
                  <a:lnTo>
                    <a:pt x="97" y="158"/>
                  </a:lnTo>
                  <a:lnTo>
                    <a:pt x="102" y="143"/>
                  </a:lnTo>
                  <a:lnTo>
                    <a:pt x="109" y="129"/>
                  </a:lnTo>
                  <a:lnTo>
                    <a:pt x="120" y="118"/>
                  </a:lnTo>
                  <a:lnTo>
                    <a:pt x="132" y="107"/>
                  </a:lnTo>
                  <a:lnTo>
                    <a:pt x="144" y="100"/>
                  </a:lnTo>
                  <a:lnTo>
                    <a:pt x="160" y="95"/>
                  </a:lnTo>
                  <a:lnTo>
                    <a:pt x="176" y="93"/>
                  </a:lnTo>
                  <a:lnTo>
                    <a:pt x="176" y="93"/>
                  </a:lnTo>
                  <a:close/>
                </a:path>
              </a:pathLst>
            </a:custGeom>
            <a:solidFill>
              <a:schemeClr val="accent2">
                <a:lumMod val="20000"/>
                <a:lumOff val="8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201" name="Freeform 159">
              <a:extLst>
                <a:ext uri="{FF2B5EF4-FFF2-40B4-BE49-F238E27FC236}">
                  <a16:creationId xmlns:a16="http://schemas.microsoft.com/office/drawing/2014/main" id="{460B2195-6850-4571-9123-A0ED3D31A835}"/>
                </a:ext>
              </a:extLst>
            </p:cNvPr>
            <p:cNvSpPr>
              <a:spLocks/>
            </p:cNvSpPr>
            <p:nvPr/>
          </p:nvSpPr>
          <p:spPr bwMode="auto">
            <a:xfrm>
              <a:off x="13084176" y="6191251"/>
              <a:ext cx="944563" cy="1065213"/>
            </a:xfrm>
            <a:custGeom>
              <a:avLst/>
              <a:gdLst>
                <a:gd name="T0" fmla="*/ 1191 w 1191"/>
                <a:gd name="T1" fmla="*/ 545 h 1340"/>
                <a:gd name="T2" fmla="*/ 1189 w 1191"/>
                <a:gd name="T3" fmla="*/ 491 h 1340"/>
                <a:gd name="T4" fmla="*/ 1180 w 1191"/>
                <a:gd name="T5" fmla="*/ 436 h 1340"/>
                <a:gd name="T6" fmla="*/ 1166 w 1191"/>
                <a:gd name="T7" fmla="*/ 383 h 1340"/>
                <a:gd name="T8" fmla="*/ 1148 w 1191"/>
                <a:gd name="T9" fmla="*/ 332 h 1340"/>
                <a:gd name="T10" fmla="*/ 1126 w 1191"/>
                <a:gd name="T11" fmla="*/ 285 h 1340"/>
                <a:gd name="T12" fmla="*/ 1097 w 1191"/>
                <a:gd name="T13" fmla="*/ 241 h 1340"/>
                <a:gd name="T14" fmla="*/ 1066 w 1191"/>
                <a:gd name="T15" fmla="*/ 199 h 1340"/>
                <a:gd name="T16" fmla="*/ 1031 w 1191"/>
                <a:gd name="T17" fmla="*/ 160 h 1340"/>
                <a:gd name="T18" fmla="*/ 992 w 1191"/>
                <a:gd name="T19" fmla="*/ 125 h 1340"/>
                <a:gd name="T20" fmla="*/ 950 w 1191"/>
                <a:gd name="T21" fmla="*/ 93 h 1340"/>
                <a:gd name="T22" fmla="*/ 906 w 1191"/>
                <a:gd name="T23" fmla="*/ 65 h 1340"/>
                <a:gd name="T24" fmla="*/ 856 w 1191"/>
                <a:gd name="T25" fmla="*/ 42 h 1340"/>
                <a:gd name="T26" fmla="*/ 807 w 1191"/>
                <a:gd name="T27" fmla="*/ 25 h 1340"/>
                <a:gd name="T28" fmla="*/ 754 w 1191"/>
                <a:gd name="T29" fmla="*/ 10 h 1340"/>
                <a:gd name="T30" fmla="*/ 700 w 1191"/>
                <a:gd name="T31" fmla="*/ 2 h 1340"/>
                <a:gd name="T32" fmla="*/ 645 w 1191"/>
                <a:gd name="T33" fmla="*/ 0 h 1340"/>
                <a:gd name="T34" fmla="*/ 617 w 1191"/>
                <a:gd name="T35" fmla="*/ 0 h 1340"/>
                <a:gd name="T36" fmla="*/ 561 w 1191"/>
                <a:gd name="T37" fmla="*/ 5 h 1340"/>
                <a:gd name="T38" fmla="*/ 508 w 1191"/>
                <a:gd name="T39" fmla="*/ 16 h 1340"/>
                <a:gd name="T40" fmla="*/ 457 w 1191"/>
                <a:gd name="T41" fmla="*/ 32 h 1340"/>
                <a:gd name="T42" fmla="*/ 408 w 1191"/>
                <a:gd name="T43" fmla="*/ 53 h 1340"/>
                <a:gd name="T44" fmla="*/ 362 w 1191"/>
                <a:gd name="T45" fmla="*/ 79 h 1340"/>
                <a:gd name="T46" fmla="*/ 318 w 1191"/>
                <a:gd name="T47" fmla="*/ 107 h 1340"/>
                <a:gd name="T48" fmla="*/ 278 w 1191"/>
                <a:gd name="T49" fmla="*/ 141 h 1340"/>
                <a:gd name="T50" fmla="*/ 241 w 1191"/>
                <a:gd name="T51" fmla="*/ 178 h 1340"/>
                <a:gd name="T52" fmla="*/ 207 w 1191"/>
                <a:gd name="T53" fmla="*/ 220 h 1340"/>
                <a:gd name="T54" fmla="*/ 177 w 1191"/>
                <a:gd name="T55" fmla="*/ 262 h 1340"/>
                <a:gd name="T56" fmla="*/ 153 w 1191"/>
                <a:gd name="T57" fmla="*/ 309 h 1340"/>
                <a:gd name="T58" fmla="*/ 132 w 1191"/>
                <a:gd name="T59" fmla="*/ 359 h 1340"/>
                <a:gd name="T60" fmla="*/ 116 w 1191"/>
                <a:gd name="T61" fmla="*/ 410 h 1340"/>
                <a:gd name="T62" fmla="*/ 105 w 1191"/>
                <a:gd name="T63" fmla="*/ 462 h 1340"/>
                <a:gd name="T64" fmla="*/ 98 w 1191"/>
                <a:gd name="T65" fmla="*/ 517 h 1340"/>
                <a:gd name="T66" fmla="*/ 98 w 1191"/>
                <a:gd name="T67" fmla="*/ 545 h 1340"/>
                <a:gd name="T68" fmla="*/ 98 w 1191"/>
                <a:gd name="T69" fmla="*/ 550 h 1340"/>
                <a:gd name="T70" fmla="*/ 3 w 1191"/>
                <a:gd name="T71" fmla="*/ 770 h 1340"/>
                <a:gd name="T72" fmla="*/ 0 w 1191"/>
                <a:gd name="T73" fmla="*/ 784 h 1340"/>
                <a:gd name="T74" fmla="*/ 2 w 1191"/>
                <a:gd name="T75" fmla="*/ 814 h 1340"/>
                <a:gd name="T76" fmla="*/ 9 w 1191"/>
                <a:gd name="T77" fmla="*/ 828 h 1340"/>
                <a:gd name="T78" fmla="*/ 31 w 1191"/>
                <a:gd name="T79" fmla="*/ 848 h 1340"/>
                <a:gd name="T80" fmla="*/ 60 w 1191"/>
                <a:gd name="T81" fmla="*/ 855 h 1340"/>
                <a:gd name="T82" fmla="*/ 149 w 1191"/>
                <a:gd name="T83" fmla="*/ 1073 h 1340"/>
                <a:gd name="T84" fmla="*/ 149 w 1191"/>
                <a:gd name="T85" fmla="*/ 1085 h 1340"/>
                <a:gd name="T86" fmla="*/ 160 w 1191"/>
                <a:gd name="T87" fmla="*/ 1106 h 1340"/>
                <a:gd name="T88" fmla="*/ 176 w 1191"/>
                <a:gd name="T89" fmla="*/ 1124 h 1340"/>
                <a:gd name="T90" fmla="*/ 197 w 1191"/>
                <a:gd name="T91" fmla="*/ 1133 h 1340"/>
                <a:gd name="T92" fmla="*/ 209 w 1191"/>
                <a:gd name="T93" fmla="*/ 1134 h 1340"/>
                <a:gd name="T94" fmla="*/ 447 w 1191"/>
                <a:gd name="T95" fmla="*/ 1097 h 1340"/>
                <a:gd name="T96" fmla="*/ 447 w 1191"/>
                <a:gd name="T97" fmla="*/ 1328 h 1340"/>
                <a:gd name="T98" fmla="*/ 450 w 1191"/>
                <a:gd name="T99" fmla="*/ 1337 h 1340"/>
                <a:gd name="T100" fmla="*/ 459 w 1191"/>
                <a:gd name="T101" fmla="*/ 1340 h 1340"/>
                <a:gd name="T102" fmla="*/ 974 w 1191"/>
                <a:gd name="T103" fmla="*/ 1340 h 1340"/>
                <a:gd name="T104" fmla="*/ 983 w 1191"/>
                <a:gd name="T105" fmla="*/ 1337 h 1340"/>
                <a:gd name="T106" fmla="*/ 987 w 1191"/>
                <a:gd name="T107" fmla="*/ 1328 h 1340"/>
                <a:gd name="T108" fmla="*/ 987 w 1191"/>
                <a:gd name="T109" fmla="*/ 971 h 1340"/>
                <a:gd name="T110" fmla="*/ 1032 w 1191"/>
                <a:gd name="T111" fmla="*/ 930 h 1340"/>
                <a:gd name="T112" fmla="*/ 1073 w 1191"/>
                <a:gd name="T113" fmla="*/ 885 h 1340"/>
                <a:gd name="T114" fmla="*/ 1108 w 1191"/>
                <a:gd name="T115" fmla="*/ 835 h 1340"/>
                <a:gd name="T116" fmla="*/ 1138 w 1191"/>
                <a:gd name="T117" fmla="*/ 783 h 1340"/>
                <a:gd name="T118" fmla="*/ 1161 w 1191"/>
                <a:gd name="T119" fmla="*/ 726 h 1340"/>
                <a:gd name="T120" fmla="*/ 1178 w 1191"/>
                <a:gd name="T121" fmla="*/ 668 h 1340"/>
                <a:gd name="T122" fmla="*/ 1187 w 1191"/>
                <a:gd name="T123" fmla="*/ 607 h 1340"/>
                <a:gd name="T124" fmla="*/ 1191 w 1191"/>
                <a:gd name="T125" fmla="*/ 545 h 13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191" h="1340">
                  <a:moveTo>
                    <a:pt x="1191" y="545"/>
                  </a:moveTo>
                  <a:lnTo>
                    <a:pt x="1191" y="545"/>
                  </a:lnTo>
                  <a:lnTo>
                    <a:pt x="1191" y="517"/>
                  </a:lnTo>
                  <a:lnTo>
                    <a:pt x="1189" y="491"/>
                  </a:lnTo>
                  <a:lnTo>
                    <a:pt x="1185" y="462"/>
                  </a:lnTo>
                  <a:lnTo>
                    <a:pt x="1180" y="436"/>
                  </a:lnTo>
                  <a:lnTo>
                    <a:pt x="1173" y="410"/>
                  </a:lnTo>
                  <a:lnTo>
                    <a:pt x="1166" y="383"/>
                  </a:lnTo>
                  <a:lnTo>
                    <a:pt x="1157" y="359"/>
                  </a:lnTo>
                  <a:lnTo>
                    <a:pt x="1148" y="332"/>
                  </a:lnTo>
                  <a:lnTo>
                    <a:pt x="1138" y="309"/>
                  </a:lnTo>
                  <a:lnTo>
                    <a:pt x="1126" y="285"/>
                  </a:lnTo>
                  <a:lnTo>
                    <a:pt x="1111" y="262"/>
                  </a:lnTo>
                  <a:lnTo>
                    <a:pt x="1097" y="241"/>
                  </a:lnTo>
                  <a:lnTo>
                    <a:pt x="1082" y="220"/>
                  </a:lnTo>
                  <a:lnTo>
                    <a:pt x="1066" y="199"/>
                  </a:lnTo>
                  <a:lnTo>
                    <a:pt x="1048" y="178"/>
                  </a:lnTo>
                  <a:lnTo>
                    <a:pt x="1031" y="160"/>
                  </a:lnTo>
                  <a:lnTo>
                    <a:pt x="1011" y="141"/>
                  </a:lnTo>
                  <a:lnTo>
                    <a:pt x="992" y="125"/>
                  </a:lnTo>
                  <a:lnTo>
                    <a:pt x="971" y="107"/>
                  </a:lnTo>
                  <a:lnTo>
                    <a:pt x="950" y="93"/>
                  </a:lnTo>
                  <a:lnTo>
                    <a:pt x="929" y="79"/>
                  </a:lnTo>
                  <a:lnTo>
                    <a:pt x="906" y="65"/>
                  </a:lnTo>
                  <a:lnTo>
                    <a:pt x="881" y="53"/>
                  </a:lnTo>
                  <a:lnTo>
                    <a:pt x="856" y="42"/>
                  </a:lnTo>
                  <a:lnTo>
                    <a:pt x="832" y="32"/>
                  </a:lnTo>
                  <a:lnTo>
                    <a:pt x="807" y="25"/>
                  </a:lnTo>
                  <a:lnTo>
                    <a:pt x="781" y="16"/>
                  </a:lnTo>
                  <a:lnTo>
                    <a:pt x="754" y="10"/>
                  </a:lnTo>
                  <a:lnTo>
                    <a:pt x="728" y="5"/>
                  </a:lnTo>
                  <a:lnTo>
                    <a:pt x="700" y="2"/>
                  </a:lnTo>
                  <a:lnTo>
                    <a:pt x="673" y="0"/>
                  </a:lnTo>
                  <a:lnTo>
                    <a:pt x="645" y="0"/>
                  </a:lnTo>
                  <a:lnTo>
                    <a:pt x="645" y="0"/>
                  </a:lnTo>
                  <a:lnTo>
                    <a:pt x="617" y="0"/>
                  </a:lnTo>
                  <a:lnTo>
                    <a:pt x="589" y="2"/>
                  </a:lnTo>
                  <a:lnTo>
                    <a:pt x="561" y="5"/>
                  </a:lnTo>
                  <a:lnTo>
                    <a:pt x="534" y="10"/>
                  </a:lnTo>
                  <a:lnTo>
                    <a:pt x="508" y="16"/>
                  </a:lnTo>
                  <a:lnTo>
                    <a:pt x="482" y="25"/>
                  </a:lnTo>
                  <a:lnTo>
                    <a:pt x="457" y="32"/>
                  </a:lnTo>
                  <a:lnTo>
                    <a:pt x="432" y="42"/>
                  </a:lnTo>
                  <a:lnTo>
                    <a:pt x="408" y="53"/>
                  </a:lnTo>
                  <a:lnTo>
                    <a:pt x="385" y="65"/>
                  </a:lnTo>
                  <a:lnTo>
                    <a:pt x="362" y="79"/>
                  </a:lnTo>
                  <a:lnTo>
                    <a:pt x="339" y="93"/>
                  </a:lnTo>
                  <a:lnTo>
                    <a:pt x="318" y="107"/>
                  </a:lnTo>
                  <a:lnTo>
                    <a:pt x="297" y="125"/>
                  </a:lnTo>
                  <a:lnTo>
                    <a:pt x="278" y="141"/>
                  </a:lnTo>
                  <a:lnTo>
                    <a:pt x="258" y="160"/>
                  </a:lnTo>
                  <a:lnTo>
                    <a:pt x="241" y="178"/>
                  </a:lnTo>
                  <a:lnTo>
                    <a:pt x="223" y="199"/>
                  </a:lnTo>
                  <a:lnTo>
                    <a:pt x="207" y="220"/>
                  </a:lnTo>
                  <a:lnTo>
                    <a:pt x="191" y="241"/>
                  </a:lnTo>
                  <a:lnTo>
                    <a:pt x="177" y="262"/>
                  </a:lnTo>
                  <a:lnTo>
                    <a:pt x="163" y="285"/>
                  </a:lnTo>
                  <a:lnTo>
                    <a:pt x="153" y="309"/>
                  </a:lnTo>
                  <a:lnTo>
                    <a:pt x="140" y="332"/>
                  </a:lnTo>
                  <a:lnTo>
                    <a:pt x="132" y="359"/>
                  </a:lnTo>
                  <a:lnTo>
                    <a:pt x="123" y="383"/>
                  </a:lnTo>
                  <a:lnTo>
                    <a:pt x="116" y="410"/>
                  </a:lnTo>
                  <a:lnTo>
                    <a:pt x="109" y="436"/>
                  </a:lnTo>
                  <a:lnTo>
                    <a:pt x="105" y="462"/>
                  </a:lnTo>
                  <a:lnTo>
                    <a:pt x="102" y="491"/>
                  </a:lnTo>
                  <a:lnTo>
                    <a:pt x="98" y="517"/>
                  </a:lnTo>
                  <a:lnTo>
                    <a:pt x="98" y="545"/>
                  </a:lnTo>
                  <a:lnTo>
                    <a:pt x="98" y="545"/>
                  </a:lnTo>
                  <a:lnTo>
                    <a:pt x="98" y="550"/>
                  </a:lnTo>
                  <a:lnTo>
                    <a:pt x="98" y="550"/>
                  </a:lnTo>
                  <a:lnTo>
                    <a:pt x="98" y="550"/>
                  </a:lnTo>
                  <a:lnTo>
                    <a:pt x="3" y="770"/>
                  </a:lnTo>
                  <a:lnTo>
                    <a:pt x="3" y="770"/>
                  </a:lnTo>
                  <a:lnTo>
                    <a:pt x="0" y="784"/>
                  </a:lnTo>
                  <a:lnTo>
                    <a:pt x="0" y="798"/>
                  </a:lnTo>
                  <a:lnTo>
                    <a:pt x="2" y="814"/>
                  </a:lnTo>
                  <a:lnTo>
                    <a:pt x="9" y="828"/>
                  </a:lnTo>
                  <a:lnTo>
                    <a:pt x="9" y="828"/>
                  </a:lnTo>
                  <a:lnTo>
                    <a:pt x="19" y="839"/>
                  </a:lnTo>
                  <a:lnTo>
                    <a:pt x="31" y="848"/>
                  </a:lnTo>
                  <a:lnTo>
                    <a:pt x="45" y="853"/>
                  </a:lnTo>
                  <a:lnTo>
                    <a:pt x="60" y="855"/>
                  </a:lnTo>
                  <a:lnTo>
                    <a:pt x="149" y="855"/>
                  </a:lnTo>
                  <a:lnTo>
                    <a:pt x="149" y="1073"/>
                  </a:lnTo>
                  <a:lnTo>
                    <a:pt x="149" y="1073"/>
                  </a:lnTo>
                  <a:lnTo>
                    <a:pt x="149" y="1085"/>
                  </a:lnTo>
                  <a:lnTo>
                    <a:pt x="153" y="1097"/>
                  </a:lnTo>
                  <a:lnTo>
                    <a:pt x="160" y="1106"/>
                  </a:lnTo>
                  <a:lnTo>
                    <a:pt x="167" y="1117"/>
                  </a:lnTo>
                  <a:lnTo>
                    <a:pt x="176" y="1124"/>
                  </a:lnTo>
                  <a:lnTo>
                    <a:pt x="186" y="1129"/>
                  </a:lnTo>
                  <a:lnTo>
                    <a:pt x="197" y="1133"/>
                  </a:lnTo>
                  <a:lnTo>
                    <a:pt x="209" y="1134"/>
                  </a:lnTo>
                  <a:lnTo>
                    <a:pt x="209" y="1134"/>
                  </a:lnTo>
                  <a:lnTo>
                    <a:pt x="220" y="1133"/>
                  </a:lnTo>
                  <a:lnTo>
                    <a:pt x="447" y="1097"/>
                  </a:lnTo>
                  <a:lnTo>
                    <a:pt x="447" y="1328"/>
                  </a:lnTo>
                  <a:lnTo>
                    <a:pt x="447" y="1328"/>
                  </a:lnTo>
                  <a:lnTo>
                    <a:pt x="447" y="1333"/>
                  </a:lnTo>
                  <a:lnTo>
                    <a:pt x="450" y="1337"/>
                  </a:lnTo>
                  <a:lnTo>
                    <a:pt x="454" y="1340"/>
                  </a:lnTo>
                  <a:lnTo>
                    <a:pt x="459" y="1340"/>
                  </a:lnTo>
                  <a:lnTo>
                    <a:pt x="974" y="1340"/>
                  </a:lnTo>
                  <a:lnTo>
                    <a:pt x="974" y="1340"/>
                  </a:lnTo>
                  <a:lnTo>
                    <a:pt x="978" y="1340"/>
                  </a:lnTo>
                  <a:lnTo>
                    <a:pt x="983" y="1337"/>
                  </a:lnTo>
                  <a:lnTo>
                    <a:pt x="985" y="1333"/>
                  </a:lnTo>
                  <a:lnTo>
                    <a:pt x="987" y="1328"/>
                  </a:lnTo>
                  <a:lnTo>
                    <a:pt x="987" y="971"/>
                  </a:lnTo>
                  <a:lnTo>
                    <a:pt x="987" y="971"/>
                  </a:lnTo>
                  <a:lnTo>
                    <a:pt x="1011" y="951"/>
                  </a:lnTo>
                  <a:lnTo>
                    <a:pt x="1032" y="930"/>
                  </a:lnTo>
                  <a:lnTo>
                    <a:pt x="1053" y="908"/>
                  </a:lnTo>
                  <a:lnTo>
                    <a:pt x="1073" y="885"/>
                  </a:lnTo>
                  <a:lnTo>
                    <a:pt x="1092" y="860"/>
                  </a:lnTo>
                  <a:lnTo>
                    <a:pt x="1108" y="835"/>
                  </a:lnTo>
                  <a:lnTo>
                    <a:pt x="1124" y="809"/>
                  </a:lnTo>
                  <a:lnTo>
                    <a:pt x="1138" y="783"/>
                  </a:lnTo>
                  <a:lnTo>
                    <a:pt x="1150" y="754"/>
                  </a:lnTo>
                  <a:lnTo>
                    <a:pt x="1161" y="726"/>
                  </a:lnTo>
                  <a:lnTo>
                    <a:pt x="1169" y="696"/>
                  </a:lnTo>
                  <a:lnTo>
                    <a:pt x="1178" y="668"/>
                  </a:lnTo>
                  <a:lnTo>
                    <a:pt x="1184" y="638"/>
                  </a:lnTo>
                  <a:lnTo>
                    <a:pt x="1187" y="607"/>
                  </a:lnTo>
                  <a:lnTo>
                    <a:pt x="1191" y="577"/>
                  </a:lnTo>
                  <a:lnTo>
                    <a:pt x="1191" y="545"/>
                  </a:lnTo>
                  <a:lnTo>
                    <a:pt x="1191" y="545"/>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grpSp>
      <p:grpSp>
        <p:nvGrpSpPr>
          <p:cNvPr id="202" name="Group 201"/>
          <p:cNvGrpSpPr/>
          <p:nvPr/>
        </p:nvGrpSpPr>
        <p:grpSpPr>
          <a:xfrm>
            <a:off x="295622" y="1877364"/>
            <a:ext cx="226472" cy="226471"/>
            <a:chOff x="2053199" y="1994542"/>
            <a:chExt cx="287338" cy="287337"/>
          </a:xfrm>
          <a:solidFill>
            <a:schemeClr val="bg1"/>
          </a:solidFill>
        </p:grpSpPr>
        <p:sp>
          <p:nvSpPr>
            <p:cNvPr id="203" name="Freeform 43">
              <a:extLst>
                <a:ext uri="{FF2B5EF4-FFF2-40B4-BE49-F238E27FC236}">
                  <a16:creationId xmlns:a16="http://schemas.microsoft.com/office/drawing/2014/main" id="{B2D34BC6-4FDD-4A6B-A1A0-15AE49AB4AFC}"/>
                </a:ext>
              </a:extLst>
            </p:cNvPr>
            <p:cNvSpPr>
              <a:spLocks/>
            </p:cNvSpPr>
            <p:nvPr/>
          </p:nvSpPr>
          <p:spPr bwMode="auto">
            <a:xfrm>
              <a:off x="2170674" y="2064392"/>
              <a:ext cx="53975" cy="57150"/>
            </a:xfrm>
            <a:custGeom>
              <a:avLst/>
              <a:gdLst>
                <a:gd name="T0" fmla="*/ 4 w 42"/>
                <a:gd name="T1" fmla="*/ 29 h 46"/>
                <a:gd name="T2" fmla="*/ 22 w 42"/>
                <a:gd name="T3" fmla="*/ 46 h 46"/>
                <a:gd name="T4" fmla="*/ 38 w 42"/>
                <a:gd name="T5" fmla="*/ 29 h 46"/>
                <a:gd name="T6" fmla="*/ 42 w 42"/>
                <a:gd name="T7" fmla="*/ 24 h 46"/>
                <a:gd name="T8" fmla="*/ 40 w 42"/>
                <a:gd name="T9" fmla="*/ 18 h 46"/>
                <a:gd name="T10" fmla="*/ 21 w 42"/>
                <a:gd name="T11" fmla="*/ 0 h 46"/>
                <a:gd name="T12" fmla="*/ 3 w 42"/>
                <a:gd name="T13" fmla="*/ 18 h 46"/>
                <a:gd name="T14" fmla="*/ 1 w 42"/>
                <a:gd name="T15" fmla="*/ 24 h 46"/>
                <a:gd name="T16" fmla="*/ 4 w 42"/>
                <a:gd name="T17" fmla="*/ 29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 h="46">
                  <a:moveTo>
                    <a:pt x="4" y="29"/>
                  </a:moveTo>
                  <a:cubicBezTo>
                    <a:pt x="7" y="38"/>
                    <a:pt x="13" y="46"/>
                    <a:pt x="22" y="46"/>
                  </a:cubicBezTo>
                  <a:cubicBezTo>
                    <a:pt x="31" y="46"/>
                    <a:pt x="36" y="38"/>
                    <a:pt x="38" y="29"/>
                  </a:cubicBezTo>
                  <a:cubicBezTo>
                    <a:pt x="40" y="29"/>
                    <a:pt x="41" y="27"/>
                    <a:pt x="42" y="24"/>
                  </a:cubicBezTo>
                  <a:cubicBezTo>
                    <a:pt x="42" y="21"/>
                    <a:pt x="41" y="18"/>
                    <a:pt x="40" y="18"/>
                  </a:cubicBezTo>
                  <a:cubicBezTo>
                    <a:pt x="39" y="8"/>
                    <a:pt x="31" y="0"/>
                    <a:pt x="21" y="0"/>
                  </a:cubicBezTo>
                  <a:cubicBezTo>
                    <a:pt x="11" y="0"/>
                    <a:pt x="3" y="8"/>
                    <a:pt x="3" y="18"/>
                  </a:cubicBezTo>
                  <a:cubicBezTo>
                    <a:pt x="1" y="18"/>
                    <a:pt x="0" y="21"/>
                    <a:pt x="1" y="24"/>
                  </a:cubicBezTo>
                  <a:cubicBezTo>
                    <a:pt x="1" y="27"/>
                    <a:pt x="3" y="29"/>
                    <a:pt x="4"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E" sz="1800" b="0" i="0" u="none" strike="noStrike" kern="1200" cap="none" spc="0" normalizeH="0" baseline="0" noProof="0">
                <a:ln>
                  <a:noFill/>
                </a:ln>
                <a:solidFill>
                  <a:srgbClr val="000000"/>
                </a:solidFill>
                <a:effectLst/>
                <a:uLnTx/>
                <a:uFillTx/>
                <a:latin typeface="Verdana"/>
                <a:ea typeface="+mn-ea"/>
                <a:cs typeface="+mn-cs"/>
              </a:endParaRPr>
            </a:p>
          </p:txBody>
        </p:sp>
        <p:sp>
          <p:nvSpPr>
            <p:cNvPr id="204" name="Freeform 45">
              <a:extLst>
                <a:ext uri="{FF2B5EF4-FFF2-40B4-BE49-F238E27FC236}">
                  <a16:creationId xmlns:a16="http://schemas.microsoft.com/office/drawing/2014/main" id="{4A9EA00A-7651-4E9F-A53C-CC45DD2A66B5}"/>
                </a:ext>
              </a:extLst>
            </p:cNvPr>
            <p:cNvSpPr>
              <a:spLocks/>
            </p:cNvSpPr>
            <p:nvPr/>
          </p:nvSpPr>
          <p:spPr bwMode="auto">
            <a:xfrm>
              <a:off x="2138924" y="2129479"/>
              <a:ext cx="120650" cy="84137"/>
            </a:xfrm>
            <a:custGeom>
              <a:avLst/>
              <a:gdLst>
                <a:gd name="T0" fmla="*/ 79 w 95"/>
                <a:gd name="T1" fmla="*/ 7 h 66"/>
                <a:gd name="T2" fmla="*/ 71 w 95"/>
                <a:gd name="T3" fmla="*/ 3 h 66"/>
                <a:gd name="T4" fmla="*/ 61 w 95"/>
                <a:gd name="T5" fmla="*/ 0 h 66"/>
                <a:gd name="T6" fmla="*/ 59 w 95"/>
                <a:gd name="T7" fmla="*/ 0 h 66"/>
                <a:gd name="T8" fmla="*/ 51 w 95"/>
                <a:gd name="T9" fmla="*/ 23 h 66"/>
                <a:gd name="T10" fmla="*/ 49 w 95"/>
                <a:gd name="T11" fmla="*/ 10 h 66"/>
                <a:gd name="T12" fmla="*/ 48 w 95"/>
                <a:gd name="T13" fmla="*/ 10 h 66"/>
                <a:gd name="T14" fmla="*/ 45 w 95"/>
                <a:gd name="T15" fmla="*/ 10 h 66"/>
                <a:gd name="T16" fmla="*/ 44 w 95"/>
                <a:gd name="T17" fmla="*/ 10 h 66"/>
                <a:gd name="T18" fmla="*/ 42 w 95"/>
                <a:gd name="T19" fmla="*/ 23 h 66"/>
                <a:gd name="T20" fmla="*/ 33 w 95"/>
                <a:gd name="T21" fmla="*/ 0 h 66"/>
                <a:gd name="T22" fmla="*/ 32 w 95"/>
                <a:gd name="T23" fmla="*/ 0 h 66"/>
                <a:gd name="T24" fmla="*/ 22 w 95"/>
                <a:gd name="T25" fmla="*/ 3 h 66"/>
                <a:gd name="T26" fmla="*/ 14 w 95"/>
                <a:gd name="T27" fmla="*/ 7 h 66"/>
                <a:gd name="T28" fmla="*/ 0 w 95"/>
                <a:gd name="T29" fmla="*/ 41 h 66"/>
                <a:gd name="T30" fmla="*/ 10 w 95"/>
                <a:gd name="T31" fmla="*/ 52 h 66"/>
                <a:gd name="T32" fmla="*/ 16 w 95"/>
                <a:gd name="T33" fmla="*/ 37 h 66"/>
                <a:gd name="T34" fmla="*/ 17 w 95"/>
                <a:gd name="T35" fmla="*/ 57 h 66"/>
                <a:gd name="T36" fmla="*/ 48 w 95"/>
                <a:gd name="T37" fmla="*/ 66 h 66"/>
                <a:gd name="T38" fmla="*/ 75 w 95"/>
                <a:gd name="T39" fmla="*/ 59 h 66"/>
                <a:gd name="T40" fmla="*/ 76 w 95"/>
                <a:gd name="T41" fmla="*/ 35 h 66"/>
                <a:gd name="T42" fmla="*/ 85 w 95"/>
                <a:gd name="T43" fmla="*/ 53 h 66"/>
                <a:gd name="T44" fmla="*/ 95 w 95"/>
                <a:gd name="T45" fmla="*/ 43 h 66"/>
                <a:gd name="T46" fmla="*/ 79 w 95"/>
                <a:gd name="T47" fmla="*/ 7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95" h="66">
                  <a:moveTo>
                    <a:pt x="79" y="7"/>
                  </a:moveTo>
                  <a:cubicBezTo>
                    <a:pt x="77" y="5"/>
                    <a:pt x="74" y="3"/>
                    <a:pt x="71" y="3"/>
                  </a:cubicBezTo>
                  <a:cubicBezTo>
                    <a:pt x="68" y="2"/>
                    <a:pt x="65" y="0"/>
                    <a:pt x="61" y="0"/>
                  </a:cubicBezTo>
                  <a:cubicBezTo>
                    <a:pt x="59" y="0"/>
                    <a:pt x="59" y="0"/>
                    <a:pt x="59" y="0"/>
                  </a:cubicBezTo>
                  <a:cubicBezTo>
                    <a:pt x="51" y="23"/>
                    <a:pt x="51" y="23"/>
                    <a:pt x="51" y="23"/>
                  </a:cubicBezTo>
                  <a:cubicBezTo>
                    <a:pt x="49" y="10"/>
                    <a:pt x="49" y="10"/>
                    <a:pt x="49" y="10"/>
                  </a:cubicBezTo>
                  <a:cubicBezTo>
                    <a:pt x="49" y="10"/>
                    <a:pt x="48" y="10"/>
                    <a:pt x="48" y="10"/>
                  </a:cubicBezTo>
                  <a:cubicBezTo>
                    <a:pt x="45" y="10"/>
                    <a:pt x="45" y="10"/>
                    <a:pt x="45" y="10"/>
                  </a:cubicBezTo>
                  <a:cubicBezTo>
                    <a:pt x="45" y="10"/>
                    <a:pt x="44" y="10"/>
                    <a:pt x="44" y="10"/>
                  </a:cubicBezTo>
                  <a:cubicBezTo>
                    <a:pt x="42" y="23"/>
                    <a:pt x="42" y="23"/>
                    <a:pt x="42" y="23"/>
                  </a:cubicBezTo>
                  <a:cubicBezTo>
                    <a:pt x="33" y="0"/>
                    <a:pt x="33" y="0"/>
                    <a:pt x="33" y="0"/>
                  </a:cubicBezTo>
                  <a:cubicBezTo>
                    <a:pt x="32" y="0"/>
                    <a:pt x="32" y="0"/>
                    <a:pt x="32" y="0"/>
                  </a:cubicBezTo>
                  <a:cubicBezTo>
                    <a:pt x="28" y="0"/>
                    <a:pt x="24" y="1"/>
                    <a:pt x="22" y="3"/>
                  </a:cubicBezTo>
                  <a:cubicBezTo>
                    <a:pt x="18" y="2"/>
                    <a:pt x="15" y="4"/>
                    <a:pt x="14" y="7"/>
                  </a:cubicBezTo>
                  <a:cubicBezTo>
                    <a:pt x="0" y="41"/>
                    <a:pt x="0" y="41"/>
                    <a:pt x="0" y="41"/>
                  </a:cubicBezTo>
                  <a:cubicBezTo>
                    <a:pt x="3" y="45"/>
                    <a:pt x="6" y="49"/>
                    <a:pt x="10" y="52"/>
                  </a:cubicBezTo>
                  <a:cubicBezTo>
                    <a:pt x="16" y="37"/>
                    <a:pt x="16" y="37"/>
                    <a:pt x="16" y="37"/>
                  </a:cubicBezTo>
                  <a:cubicBezTo>
                    <a:pt x="17" y="57"/>
                    <a:pt x="17" y="57"/>
                    <a:pt x="17" y="57"/>
                  </a:cubicBezTo>
                  <a:cubicBezTo>
                    <a:pt x="26" y="63"/>
                    <a:pt x="37" y="66"/>
                    <a:pt x="48" y="66"/>
                  </a:cubicBezTo>
                  <a:cubicBezTo>
                    <a:pt x="58" y="66"/>
                    <a:pt x="67" y="63"/>
                    <a:pt x="75" y="59"/>
                  </a:cubicBezTo>
                  <a:cubicBezTo>
                    <a:pt x="76" y="35"/>
                    <a:pt x="76" y="35"/>
                    <a:pt x="76" y="35"/>
                  </a:cubicBezTo>
                  <a:cubicBezTo>
                    <a:pt x="85" y="53"/>
                    <a:pt x="85" y="53"/>
                    <a:pt x="85" y="53"/>
                  </a:cubicBezTo>
                  <a:cubicBezTo>
                    <a:pt x="88" y="50"/>
                    <a:pt x="92" y="47"/>
                    <a:pt x="95" y="43"/>
                  </a:cubicBezTo>
                  <a:lnTo>
                    <a:pt x="79" y="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E" sz="1800" b="0" i="0" u="none" strike="noStrike" kern="1200" cap="none" spc="0" normalizeH="0" baseline="0" noProof="0">
                <a:ln>
                  <a:noFill/>
                </a:ln>
                <a:solidFill>
                  <a:srgbClr val="000000"/>
                </a:solidFill>
                <a:effectLst/>
                <a:uLnTx/>
                <a:uFillTx/>
                <a:latin typeface="Verdana"/>
                <a:ea typeface="+mn-ea"/>
                <a:cs typeface="+mn-cs"/>
              </a:endParaRPr>
            </a:p>
          </p:txBody>
        </p:sp>
        <p:sp>
          <p:nvSpPr>
            <p:cNvPr id="205" name="Freeform 47">
              <a:extLst>
                <a:ext uri="{FF2B5EF4-FFF2-40B4-BE49-F238E27FC236}">
                  <a16:creationId xmlns:a16="http://schemas.microsoft.com/office/drawing/2014/main" id="{95CD2362-9E3D-49E6-B5C3-DB994FD96D7C}"/>
                </a:ext>
              </a:extLst>
            </p:cNvPr>
            <p:cNvSpPr>
              <a:spLocks noEditPoints="1"/>
            </p:cNvSpPr>
            <p:nvPr/>
          </p:nvSpPr>
          <p:spPr bwMode="auto">
            <a:xfrm>
              <a:off x="2053199" y="1994542"/>
              <a:ext cx="287338" cy="287337"/>
            </a:xfrm>
            <a:custGeom>
              <a:avLst/>
              <a:gdLst>
                <a:gd name="T0" fmla="*/ 218 w 227"/>
                <a:gd name="T1" fmla="*/ 168 h 227"/>
                <a:gd name="T2" fmla="*/ 227 w 227"/>
                <a:gd name="T3" fmla="*/ 143 h 227"/>
                <a:gd name="T4" fmla="*/ 208 w 227"/>
                <a:gd name="T5" fmla="*/ 127 h 227"/>
                <a:gd name="T6" fmla="*/ 207 w 227"/>
                <a:gd name="T7" fmla="*/ 95 h 227"/>
                <a:gd name="T8" fmla="*/ 226 w 227"/>
                <a:gd name="T9" fmla="*/ 79 h 227"/>
                <a:gd name="T10" fmla="*/ 215 w 227"/>
                <a:gd name="T11" fmla="*/ 54 h 227"/>
                <a:gd name="T12" fmla="*/ 190 w 227"/>
                <a:gd name="T13" fmla="*/ 57 h 227"/>
                <a:gd name="T14" fmla="*/ 167 w 227"/>
                <a:gd name="T15" fmla="*/ 35 h 227"/>
                <a:gd name="T16" fmla="*/ 168 w 227"/>
                <a:gd name="T17" fmla="*/ 10 h 227"/>
                <a:gd name="T18" fmla="*/ 143 w 227"/>
                <a:gd name="T19" fmla="*/ 0 h 227"/>
                <a:gd name="T20" fmla="*/ 127 w 227"/>
                <a:gd name="T21" fmla="*/ 19 h 227"/>
                <a:gd name="T22" fmla="*/ 95 w 227"/>
                <a:gd name="T23" fmla="*/ 20 h 227"/>
                <a:gd name="T24" fmla="*/ 79 w 227"/>
                <a:gd name="T25" fmla="*/ 2 h 227"/>
                <a:gd name="T26" fmla="*/ 54 w 227"/>
                <a:gd name="T27" fmla="*/ 13 h 227"/>
                <a:gd name="T28" fmla="*/ 56 w 227"/>
                <a:gd name="T29" fmla="*/ 37 h 227"/>
                <a:gd name="T30" fmla="*/ 34 w 227"/>
                <a:gd name="T31" fmla="*/ 61 h 227"/>
                <a:gd name="T32" fmla="*/ 10 w 227"/>
                <a:gd name="T33" fmla="*/ 60 h 227"/>
                <a:gd name="T34" fmla="*/ 0 w 227"/>
                <a:gd name="T35" fmla="*/ 85 h 227"/>
                <a:gd name="T36" fmla="*/ 19 w 227"/>
                <a:gd name="T37" fmla="*/ 100 h 227"/>
                <a:gd name="T38" fmla="*/ 20 w 227"/>
                <a:gd name="T39" fmla="*/ 132 h 227"/>
                <a:gd name="T40" fmla="*/ 2 w 227"/>
                <a:gd name="T41" fmla="*/ 149 h 227"/>
                <a:gd name="T42" fmla="*/ 13 w 227"/>
                <a:gd name="T43" fmla="*/ 174 h 227"/>
                <a:gd name="T44" fmla="*/ 37 w 227"/>
                <a:gd name="T45" fmla="*/ 171 h 227"/>
                <a:gd name="T46" fmla="*/ 60 w 227"/>
                <a:gd name="T47" fmla="*/ 193 h 227"/>
                <a:gd name="T48" fmla="*/ 59 w 227"/>
                <a:gd name="T49" fmla="*/ 218 h 227"/>
                <a:gd name="T50" fmla="*/ 85 w 227"/>
                <a:gd name="T51" fmla="*/ 227 h 227"/>
                <a:gd name="T52" fmla="*/ 100 w 227"/>
                <a:gd name="T53" fmla="*/ 208 h 227"/>
                <a:gd name="T54" fmla="*/ 132 w 227"/>
                <a:gd name="T55" fmla="*/ 208 h 227"/>
                <a:gd name="T56" fmla="*/ 149 w 227"/>
                <a:gd name="T57" fmla="*/ 226 h 227"/>
                <a:gd name="T58" fmla="*/ 173 w 227"/>
                <a:gd name="T59" fmla="*/ 215 h 227"/>
                <a:gd name="T60" fmla="*/ 171 w 227"/>
                <a:gd name="T61" fmla="*/ 190 h 227"/>
                <a:gd name="T62" fmla="*/ 193 w 227"/>
                <a:gd name="T63" fmla="*/ 167 h 227"/>
                <a:gd name="T64" fmla="*/ 218 w 227"/>
                <a:gd name="T65" fmla="*/ 168 h 227"/>
                <a:gd name="T66" fmla="*/ 89 w 227"/>
                <a:gd name="T67" fmla="*/ 177 h 227"/>
                <a:gd name="T68" fmla="*/ 50 w 227"/>
                <a:gd name="T69" fmla="*/ 90 h 227"/>
                <a:gd name="T70" fmla="*/ 138 w 227"/>
                <a:gd name="T71" fmla="*/ 51 h 227"/>
                <a:gd name="T72" fmla="*/ 177 w 227"/>
                <a:gd name="T73" fmla="*/ 138 h 227"/>
                <a:gd name="T74" fmla="*/ 89 w 227"/>
                <a:gd name="T75" fmla="*/ 177 h 2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227" h="227">
                  <a:moveTo>
                    <a:pt x="218" y="168"/>
                  </a:moveTo>
                  <a:cubicBezTo>
                    <a:pt x="227" y="143"/>
                    <a:pt x="227" y="143"/>
                    <a:pt x="227" y="143"/>
                  </a:cubicBezTo>
                  <a:cubicBezTo>
                    <a:pt x="208" y="127"/>
                    <a:pt x="208" y="127"/>
                    <a:pt x="208" y="127"/>
                  </a:cubicBezTo>
                  <a:cubicBezTo>
                    <a:pt x="210" y="117"/>
                    <a:pt x="210" y="106"/>
                    <a:pt x="207" y="95"/>
                  </a:cubicBezTo>
                  <a:cubicBezTo>
                    <a:pt x="226" y="79"/>
                    <a:pt x="226" y="79"/>
                    <a:pt x="226" y="79"/>
                  </a:cubicBezTo>
                  <a:cubicBezTo>
                    <a:pt x="215" y="54"/>
                    <a:pt x="215" y="54"/>
                    <a:pt x="215" y="54"/>
                  </a:cubicBezTo>
                  <a:cubicBezTo>
                    <a:pt x="190" y="57"/>
                    <a:pt x="190" y="57"/>
                    <a:pt x="190" y="57"/>
                  </a:cubicBezTo>
                  <a:cubicBezTo>
                    <a:pt x="184" y="48"/>
                    <a:pt x="176" y="41"/>
                    <a:pt x="167" y="35"/>
                  </a:cubicBezTo>
                  <a:cubicBezTo>
                    <a:pt x="168" y="10"/>
                    <a:pt x="168" y="10"/>
                    <a:pt x="168" y="10"/>
                  </a:cubicBezTo>
                  <a:cubicBezTo>
                    <a:pt x="143" y="0"/>
                    <a:pt x="143" y="0"/>
                    <a:pt x="143" y="0"/>
                  </a:cubicBezTo>
                  <a:cubicBezTo>
                    <a:pt x="127" y="19"/>
                    <a:pt x="127" y="19"/>
                    <a:pt x="127" y="19"/>
                  </a:cubicBezTo>
                  <a:cubicBezTo>
                    <a:pt x="116" y="18"/>
                    <a:pt x="106" y="18"/>
                    <a:pt x="95" y="20"/>
                  </a:cubicBezTo>
                  <a:cubicBezTo>
                    <a:pt x="79" y="2"/>
                    <a:pt x="79" y="2"/>
                    <a:pt x="79" y="2"/>
                  </a:cubicBezTo>
                  <a:cubicBezTo>
                    <a:pt x="54" y="13"/>
                    <a:pt x="54" y="13"/>
                    <a:pt x="54" y="13"/>
                  </a:cubicBezTo>
                  <a:cubicBezTo>
                    <a:pt x="56" y="37"/>
                    <a:pt x="56" y="37"/>
                    <a:pt x="56" y="37"/>
                  </a:cubicBezTo>
                  <a:cubicBezTo>
                    <a:pt x="48" y="44"/>
                    <a:pt x="40" y="52"/>
                    <a:pt x="34" y="61"/>
                  </a:cubicBezTo>
                  <a:cubicBezTo>
                    <a:pt x="10" y="60"/>
                    <a:pt x="10" y="60"/>
                    <a:pt x="10" y="60"/>
                  </a:cubicBezTo>
                  <a:cubicBezTo>
                    <a:pt x="0" y="85"/>
                    <a:pt x="0" y="85"/>
                    <a:pt x="0" y="85"/>
                  </a:cubicBezTo>
                  <a:cubicBezTo>
                    <a:pt x="19" y="100"/>
                    <a:pt x="19" y="100"/>
                    <a:pt x="19" y="100"/>
                  </a:cubicBezTo>
                  <a:cubicBezTo>
                    <a:pt x="18" y="111"/>
                    <a:pt x="18" y="122"/>
                    <a:pt x="20" y="132"/>
                  </a:cubicBezTo>
                  <a:cubicBezTo>
                    <a:pt x="2" y="149"/>
                    <a:pt x="2" y="149"/>
                    <a:pt x="2" y="149"/>
                  </a:cubicBezTo>
                  <a:cubicBezTo>
                    <a:pt x="13" y="174"/>
                    <a:pt x="13" y="174"/>
                    <a:pt x="13" y="174"/>
                  </a:cubicBezTo>
                  <a:cubicBezTo>
                    <a:pt x="37" y="171"/>
                    <a:pt x="37" y="171"/>
                    <a:pt x="37" y="171"/>
                  </a:cubicBezTo>
                  <a:cubicBezTo>
                    <a:pt x="44" y="180"/>
                    <a:pt x="51" y="187"/>
                    <a:pt x="60" y="193"/>
                  </a:cubicBezTo>
                  <a:cubicBezTo>
                    <a:pt x="59" y="218"/>
                    <a:pt x="59" y="218"/>
                    <a:pt x="59" y="218"/>
                  </a:cubicBezTo>
                  <a:cubicBezTo>
                    <a:pt x="85" y="227"/>
                    <a:pt x="85" y="227"/>
                    <a:pt x="85" y="227"/>
                  </a:cubicBezTo>
                  <a:cubicBezTo>
                    <a:pt x="100" y="208"/>
                    <a:pt x="100" y="208"/>
                    <a:pt x="100" y="208"/>
                  </a:cubicBezTo>
                  <a:cubicBezTo>
                    <a:pt x="111" y="210"/>
                    <a:pt x="122" y="210"/>
                    <a:pt x="132" y="208"/>
                  </a:cubicBezTo>
                  <a:cubicBezTo>
                    <a:pt x="149" y="226"/>
                    <a:pt x="149" y="226"/>
                    <a:pt x="149" y="226"/>
                  </a:cubicBezTo>
                  <a:cubicBezTo>
                    <a:pt x="173" y="215"/>
                    <a:pt x="173" y="215"/>
                    <a:pt x="173" y="215"/>
                  </a:cubicBezTo>
                  <a:cubicBezTo>
                    <a:pt x="171" y="190"/>
                    <a:pt x="171" y="190"/>
                    <a:pt x="171" y="190"/>
                  </a:cubicBezTo>
                  <a:cubicBezTo>
                    <a:pt x="179" y="184"/>
                    <a:pt x="187" y="176"/>
                    <a:pt x="193" y="167"/>
                  </a:cubicBezTo>
                  <a:lnTo>
                    <a:pt x="218" y="168"/>
                  </a:lnTo>
                  <a:close/>
                  <a:moveTo>
                    <a:pt x="89" y="177"/>
                  </a:moveTo>
                  <a:cubicBezTo>
                    <a:pt x="54" y="164"/>
                    <a:pt x="37" y="124"/>
                    <a:pt x="50" y="90"/>
                  </a:cubicBezTo>
                  <a:cubicBezTo>
                    <a:pt x="64" y="55"/>
                    <a:pt x="103" y="37"/>
                    <a:pt x="138" y="51"/>
                  </a:cubicBezTo>
                  <a:cubicBezTo>
                    <a:pt x="173" y="64"/>
                    <a:pt x="190" y="103"/>
                    <a:pt x="177" y="138"/>
                  </a:cubicBezTo>
                  <a:cubicBezTo>
                    <a:pt x="164" y="173"/>
                    <a:pt x="124" y="191"/>
                    <a:pt x="89" y="17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E" sz="1800" b="0" i="0" u="none" strike="noStrike" kern="1200" cap="none" spc="0" normalizeH="0" baseline="0" noProof="0">
                <a:ln>
                  <a:noFill/>
                </a:ln>
                <a:solidFill>
                  <a:srgbClr val="000000"/>
                </a:solidFill>
                <a:effectLst/>
                <a:uLnTx/>
                <a:uFillTx/>
                <a:latin typeface="Verdana"/>
                <a:ea typeface="+mn-ea"/>
                <a:cs typeface="+mn-cs"/>
              </a:endParaRPr>
            </a:p>
          </p:txBody>
        </p:sp>
      </p:grpSp>
    </p:spTree>
    <p:extLst>
      <p:ext uri="{BB962C8B-B14F-4D97-AF65-F5344CB8AC3E}">
        <p14:creationId xmlns:p14="http://schemas.microsoft.com/office/powerpoint/2010/main" val="255085943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pNl9qzkNXSk2ij_NoCuEf2A"/>
</p:tagLst>
</file>

<file path=ppt/theme/theme1.xml><?xml version="1.0" encoding="utf-8"?>
<a:theme xmlns:a="http://schemas.openxmlformats.org/drawingml/2006/main" name="3_Capgemini Master 2021">
  <a:themeElements>
    <a:clrScheme name="Capgemini 2021">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4"/>
        </a:solidFill>
        <a:ln>
          <a:noFill/>
        </a:ln>
        <a:effectLst>
          <a:outerShdw blurRad="50800" dist="38100" dir="2700000" algn="tl" rotWithShape="0">
            <a:prstClr val="black">
              <a:alpha val="40000"/>
            </a:prstClr>
          </a:outerShdw>
        </a:effectLst>
      </a:spPr>
      <a:bodyPr rtlCol="0" anchor="b"/>
      <a:lstStyle>
        <a:defPPr algn="ctr">
          <a:defRPr sz="1250" b="1" dirty="0" smtClean="0">
            <a:solidFill>
              <a:schemeClr val="bg1"/>
            </a:solidFill>
            <a:latin typeface="Ubuntu"/>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marL="0" marR="0" indent="0" algn="l" defTabSz="914400" rtl="0" eaLnBrk="0" fontAlgn="base" latinLnBrk="0" hangingPunct="0">
          <a:lnSpc>
            <a:spcPct val="100000"/>
          </a:lnSpc>
          <a:spcBef>
            <a:spcPts val="600"/>
          </a:spcBef>
          <a:spcAft>
            <a:spcPts val="600"/>
          </a:spcAft>
          <a:buClrTx/>
          <a:buSzTx/>
          <a:buFontTx/>
          <a:buNone/>
          <a:tabLst/>
          <a:defRPr kumimoji="0" sz="1450" b="0" i="0" u="none" strike="noStrike" kern="1200" cap="none" spc="0" normalizeH="0" baseline="0" noProof="0" dirty="0">
            <a:ln>
              <a:noFill/>
            </a:ln>
            <a:solidFill>
              <a:prstClr val="black"/>
            </a:solidFill>
            <a:effectLst/>
            <a:uLnTx/>
            <a:uFillTx/>
            <a:latin typeface="Ubuntu Medium" panose="020B0604030602030204" pitchFamily="34" charset="0"/>
            <a:ea typeface="Times New Roman" panose="02020603050405020304" pitchFamily="18" charset="0"/>
            <a:cs typeface="Times New Roman" panose="02020603050405020304" pitchFamily="18" charset="0"/>
          </a:defRPr>
        </a:defPPr>
      </a:lstStyle>
    </a:txDef>
  </a:objectDefaults>
  <a:extraClrSchemeLst/>
  <a:extLst>
    <a:ext uri="{05A4C25C-085E-4340-85A3-A5531E510DB2}">
      <thm15:themeFamily xmlns:thm15="http://schemas.microsoft.com/office/thememl/2012/main" name="Présentation9" id="{8B87859F-8882-4D58-BBE6-26B003739F00}" vid="{23D1FD3C-F867-41B0-98CF-F6DF99F4D09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e760c494-6550-44b4-8258-77c175d778b7}" enabled="1" method="Privileged" siteId="{76a2ae5a-9f00-4f6b-95ed-5d33d77c4d61}" removed="0"/>
</clbl:labelList>
</file>

<file path=docProps/app.xml><?xml version="1.0" encoding="utf-8"?>
<Properties xmlns="http://schemas.openxmlformats.org/officeDocument/2006/extended-properties" xmlns:vt="http://schemas.openxmlformats.org/officeDocument/2006/docPropsVTypes">
  <TotalTime>120</TotalTime>
  <Words>361</Words>
  <Application>Microsoft Office PowerPoint</Application>
  <PresentationFormat>Widescreen</PresentationFormat>
  <Paragraphs>39</Paragraphs>
  <Slides>1</Slides>
  <Notes>1</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1</vt:i4>
      </vt:variant>
      <vt:variant>
        <vt:lpstr>Slide Titles</vt:lpstr>
      </vt:variant>
      <vt:variant>
        <vt:i4>1</vt:i4>
      </vt:variant>
    </vt:vector>
  </HeadingPairs>
  <TitlesOfParts>
    <vt:vector size="10" baseType="lpstr">
      <vt:lpstr>Arial</vt:lpstr>
      <vt:lpstr>Calibri</vt:lpstr>
      <vt:lpstr>Courier New</vt:lpstr>
      <vt:lpstr>Ubuntu</vt:lpstr>
      <vt:lpstr>Ubuntu Medium</vt:lpstr>
      <vt:lpstr>Verdana</vt:lpstr>
      <vt:lpstr>Wingdings</vt:lpstr>
      <vt:lpstr>3_Capgemini Master 2021</vt:lpstr>
      <vt:lpstr>think-cell Slide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Sharma, Vipin</dc:creator>
  <cp:lastModifiedBy>Manoj, Nagasuri</cp:lastModifiedBy>
  <cp:revision>12</cp:revision>
  <dcterms:created xsi:type="dcterms:W3CDTF">2024-07-12T06:59:01Z</dcterms:created>
  <dcterms:modified xsi:type="dcterms:W3CDTF">2026-05-12T11:41:32Z</dcterms:modified>
</cp:coreProperties>
</file>